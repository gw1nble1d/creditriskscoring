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media/image4.svg" ContentType="image/svg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4" r:id="rId9"/>
    <p:sldMasterId id="2147483666" r:id="rId10"/>
    <p:sldMasterId id="2147483669" r:id="rId11"/>
    <p:sldMasterId id="2147483671" r:id="rId12"/>
    <p:sldMasterId id="2147483673" r:id="rId13"/>
    <p:sldMasterId id="2147483676" r:id="rId14"/>
    <p:sldMasterId id="2147483679" r:id="rId15"/>
    <p:sldMasterId id="2147483681" r:id="rId16"/>
    <p:sldMasterId id="2147483683" r:id="rId17"/>
    <p:sldMasterId id="2147483685" r:id="rId18"/>
    <p:sldMasterId id="2147483688" r:id="rId19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92147B-952C-407A-B7B4-F67EFCEE715A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9BF1B1-0BB4-4F86-98BF-4611C0E0ACF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60296EA-4D36-4C40-BE8C-A83622663D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75923AC-BFAF-41CA-9099-F865DD64CB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9E53033-F73C-4FC6-A804-BF3C0FB68A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66EE671-B144-41F9-A86A-F8BDCE1652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2D9B297-C3EA-4ADB-B2B7-4D2BE68FC5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714FFC4-50B7-4C3E-806D-9E0C32371A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DC0DF1B-CCDF-43DD-89F0-743D54DB16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EE20FA3-FB13-47A8-B8CD-90B840A432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2AC3A67-0C68-4C66-B6C2-7E50CC79F8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8F04BC6-D409-4AB2-B9CF-BF8053069E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5CD8D11-93B4-4C82-B760-30A612B24F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6BD16BB-C927-4A2F-9AE0-BD53EE8A8D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3FAFEE51-1B42-4F4D-B092-F15683386C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697A5FA-8D37-40A5-A077-B82F590D47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8345D1F-3FA9-4031-B3E9-AADA13287F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07C7CF3-E3DC-4F81-995B-377E506D45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FF3DBE5-D107-45B3-8606-27C8C7DAC2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clipArtAndVert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99E818EA-D5E5-4CB9-AEA0-08AEB694C7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clipArtAndVert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97B9B06A-67CE-4FF0-B006-D16BCDEBFB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E896CCA2-0101-4EEC-AA87-8C1BF4DFD7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clipArtAndVertTx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77F364F-8349-4CDD-B1FB-86A9A40591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clipArtAndVert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83748B18-8B95-42EE-85FF-38D91C4800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<Relationship Id="rId17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3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slideLayout" Target="../slideLayouts/slideLayout14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19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2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21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0" y="0"/>
            <a:ext cx="10080360" cy="4114440"/>
            <a:chOff x="0" y="0"/>
            <a:chExt cx="10080360" cy="4114440"/>
          </a:xfrm>
        </p:grpSpPr>
        <p:sp>
          <p:nvSpPr>
            <p:cNvPr id="3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1280160"/>
              <a:ext cx="1554120" cy="63972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914400" y="1920240"/>
              <a:ext cx="1279800" cy="1828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194560" y="548640"/>
              <a:ext cx="1279800" cy="18284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474720" y="118872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4206240" y="0"/>
              <a:ext cx="1462680" cy="91404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663440" y="914400"/>
              <a:ext cx="1005480" cy="456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474720" y="1737360"/>
              <a:ext cx="3108600" cy="1005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4114800" y="2743200"/>
              <a:ext cx="1462680" cy="10054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583680" y="1463040"/>
              <a:ext cx="1554120" cy="45684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15200" y="1920240"/>
              <a:ext cx="1462680" cy="164556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2743200" y="2377440"/>
              <a:ext cx="548280" cy="82260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595360" y="0"/>
              <a:ext cx="1485000" cy="146268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6766560" y="0"/>
              <a:ext cx="273960" cy="10054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554480" y="0"/>
              <a:ext cx="182520" cy="91404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0" y="3017520"/>
              <a:ext cx="365400" cy="109692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9601200" y="2560320"/>
              <a:ext cx="365400" cy="15541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778240" y="182880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" name=""/>
          <p:cNvSpPr/>
          <p:nvPr/>
        </p:nvSpPr>
        <p:spPr>
          <a:xfrm>
            <a:off x="7560000" y="4320000"/>
            <a:ext cx="36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"/>
          </p:nvPr>
        </p:nvSpPr>
        <p:spPr>
          <a:xfrm>
            <a:off x="7740000" y="4392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2"/>
          </p:nvPr>
        </p:nvSpPr>
        <p:spPr>
          <a:xfrm>
            <a:off x="7740000" y="5166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ADBAD93-6475-41E2-812E-4C84C357588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"/>
          <p:cNvGrpSpPr/>
          <p:nvPr/>
        </p:nvGrpSpPr>
        <p:grpSpPr>
          <a:xfrm>
            <a:off x="0" y="0"/>
            <a:ext cx="10080360" cy="4114440"/>
            <a:chOff x="0" y="0"/>
            <a:chExt cx="10080360" cy="4114440"/>
          </a:xfrm>
        </p:grpSpPr>
        <p:sp>
          <p:nvSpPr>
            <p:cNvPr id="32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0" y="1280160"/>
              <a:ext cx="1554120" cy="63972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914400" y="1920240"/>
              <a:ext cx="1279800" cy="1828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2194560" y="548640"/>
              <a:ext cx="1279800" cy="18284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3474720" y="118872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4206240" y="0"/>
              <a:ext cx="1462680" cy="91404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4663440" y="914400"/>
              <a:ext cx="1005480" cy="456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3474720" y="1737360"/>
              <a:ext cx="3108600" cy="1005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4114800" y="2743200"/>
              <a:ext cx="1462680" cy="10054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6583680" y="1463040"/>
              <a:ext cx="1554120" cy="45684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7315200" y="1920240"/>
              <a:ext cx="1462680" cy="164556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2743200" y="2377440"/>
              <a:ext cx="548280" cy="82260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8595360" y="0"/>
              <a:ext cx="1485000" cy="146268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6766560" y="0"/>
              <a:ext cx="273960" cy="10054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1554480" y="0"/>
              <a:ext cx="182520" cy="91404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0" y="3017520"/>
              <a:ext cx="365400" cy="109692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9601200" y="2560320"/>
              <a:ext cx="365400" cy="15541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8778240" y="182880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51" name=""/>
          <p:cNvSpPr/>
          <p:nvPr/>
        </p:nvSpPr>
        <p:spPr>
          <a:xfrm>
            <a:off x="7560000" y="4320000"/>
            <a:ext cx="36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3"/>
          </p:nvPr>
        </p:nvSpPr>
        <p:spPr>
          <a:xfrm>
            <a:off x="7740000" y="4392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4"/>
          </p:nvPr>
        </p:nvSpPr>
        <p:spPr>
          <a:xfrm>
            <a:off x="7740000" y="5166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2EB547B-DF9B-4902-934C-763FC371A02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dt" idx="5"/>
          </p:nvPr>
        </p:nvSpPr>
        <p:spPr>
          <a:xfrm>
            <a:off x="7740000" y="4860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2103480" y="36583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0" name=""/>
          <p:cNvSpPr/>
          <p:nvPr/>
        </p:nvSpPr>
        <p:spPr>
          <a:xfrm>
            <a:off x="823320" y="-27324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1" name=""/>
          <p:cNvSpPr/>
          <p:nvPr/>
        </p:nvSpPr>
        <p:spPr>
          <a:xfrm>
            <a:off x="7955640" y="310968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2" name=""/>
          <p:cNvSpPr/>
          <p:nvPr/>
        </p:nvSpPr>
        <p:spPr>
          <a:xfrm>
            <a:off x="9601560" y="9151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63" name=""/>
          <p:cNvGrpSpPr/>
          <p:nvPr/>
        </p:nvGrpSpPr>
        <p:grpSpPr>
          <a:xfrm>
            <a:off x="3836160" y="1150200"/>
            <a:ext cx="2339280" cy="4334040"/>
            <a:chOff x="3836160" y="1150200"/>
            <a:chExt cx="2339280" cy="4334040"/>
          </a:xfrm>
        </p:grpSpPr>
        <p:sp>
          <p:nvSpPr>
            <p:cNvPr id="64" name=""/>
            <p:cNvSpPr/>
            <p:nvPr/>
          </p:nvSpPr>
          <p:spPr>
            <a:xfrm flipH="1" flipV="1" rot="5400000">
              <a:off x="3881520" y="136656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5" name=""/>
            <p:cNvSpPr/>
            <p:nvPr/>
          </p:nvSpPr>
          <p:spPr>
            <a:xfrm flipH="1" flipV="1" rot="5400000">
              <a:off x="4758120" y="11041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6" name=""/>
            <p:cNvSpPr/>
            <p:nvPr/>
          </p:nvSpPr>
          <p:spPr>
            <a:xfrm flipH="1" flipV="1" rot="5400000">
              <a:off x="3881520" y="2717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7" name=""/>
            <p:cNvSpPr/>
            <p:nvPr/>
          </p:nvSpPr>
          <p:spPr>
            <a:xfrm flipH="1" flipV="1" rot="5400000">
              <a:off x="4758120" y="245520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8" name=""/>
            <p:cNvSpPr/>
            <p:nvPr/>
          </p:nvSpPr>
          <p:spPr>
            <a:xfrm flipH="1" flipV="1" rot="5400000">
              <a:off x="3881520" y="40669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9" name=""/>
            <p:cNvSpPr/>
            <p:nvPr/>
          </p:nvSpPr>
          <p:spPr>
            <a:xfrm flipH="1" flipV="1" rot="5400000">
              <a:off x="4758120" y="380556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dt" idx="6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ftr" idx="7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8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A0EB164-121C-45DF-A218-D7D2C0FA696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677196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8" name=""/>
          <p:cNvSpPr/>
          <p:nvPr/>
        </p:nvSpPr>
        <p:spPr>
          <a:xfrm>
            <a:off x="5813280" y="38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9" name=""/>
          <p:cNvSpPr/>
          <p:nvPr/>
        </p:nvSpPr>
        <p:spPr>
          <a:xfrm>
            <a:off x="7589520" y="256032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0" name=""/>
          <p:cNvSpPr/>
          <p:nvPr/>
        </p:nvSpPr>
        <p:spPr>
          <a:xfrm>
            <a:off x="3200400" y="7315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1" name=""/>
          <p:cNvSpPr/>
          <p:nvPr/>
        </p:nvSpPr>
        <p:spPr>
          <a:xfrm>
            <a:off x="1424160" y="34891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2" name=""/>
          <p:cNvSpPr/>
          <p:nvPr/>
        </p:nvSpPr>
        <p:spPr>
          <a:xfrm>
            <a:off x="700920" y="1900080"/>
            <a:ext cx="1401840" cy="1848600"/>
          </a:xfrm>
          <a:custGeom>
            <a:avLst/>
            <a:gdLst>
              <a:gd name="textAreaLeft" fmla="*/ 0 w 1401840"/>
              <a:gd name="textAreaRight" fmla="*/ 1402200 w 1401840"/>
              <a:gd name="textAreaTop" fmla="*/ 0 h 1848600"/>
              <a:gd name="textAreaBottom" fmla="*/ 1848960 h 1848600"/>
            </a:gdLst>
            <a:ahLst/>
            <a:cxnLst/>
            <a:rect l="textAreaLeft" t="textAreaTop" r="textAreaRight" b="textAreaBottom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3" name=""/>
          <p:cNvSpPr/>
          <p:nvPr/>
        </p:nvSpPr>
        <p:spPr>
          <a:xfrm>
            <a:off x="3931920" y="201168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4" name=""/>
          <p:cNvSpPr/>
          <p:nvPr/>
        </p:nvSpPr>
        <p:spPr>
          <a:xfrm>
            <a:off x="7724880" y="2103120"/>
            <a:ext cx="778680" cy="1462680"/>
          </a:xfrm>
          <a:custGeom>
            <a:avLst/>
            <a:gdLst>
              <a:gd name="textAreaLeft" fmla="*/ 0 w 778680"/>
              <a:gd name="textAreaRight" fmla="*/ 779040 w 778680"/>
              <a:gd name="textAreaTop" fmla="*/ 0 h 1462680"/>
              <a:gd name="textAreaBottom" fmla="*/ 1463040 h 1462680"/>
            </a:gdLst>
            <a:ahLst/>
            <a:cxnLst/>
            <a:rect l="textAreaLeft" t="textAreaTop" r="textAreaRight" b="textAreaBottom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5" name=""/>
          <p:cNvSpPr/>
          <p:nvPr/>
        </p:nvSpPr>
        <p:spPr>
          <a:xfrm>
            <a:off x="1424160" y="47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6" name=""/>
          <p:cNvSpPr/>
          <p:nvPr/>
        </p:nvSpPr>
        <p:spPr>
          <a:xfrm>
            <a:off x="288720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9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10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11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97450FE-64FA-4AD4-9702-BC0554D1876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677196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5" name=""/>
          <p:cNvSpPr/>
          <p:nvPr/>
        </p:nvSpPr>
        <p:spPr>
          <a:xfrm>
            <a:off x="5813280" y="38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6" name=""/>
          <p:cNvSpPr/>
          <p:nvPr/>
        </p:nvSpPr>
        <p:spPr>
          <a:xfrm>
            <a:off x="7589520" y="256032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7" name=""/>
          <p:cNvSpPr/>
          <p:nvPr/>
        </p:nvSpPr>
        <p:spPr>
          <a:xfrm>
            <a:off x="3200400" y="7315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8" name=""/>
          <p:cNvSpPr/>
          <p:nvPr/>
        </p:nvSpPr>
        <p:spPr>
          <a:xfrm>
            <a:off x="1424160" y="34891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9" name=""/>
          <p:cNvSpPr/>
          <p:nvPr/>
        </p:nvSpPr>
        <p:spPr>
          <a:xfrm>
            <a:off x="700920" y="1900080"/>
            <a:ext cx="1401840" cy="1848600"/>
          </a:xfrm>
          <a:custGeom>
            <a:avLst/>
            <a:gdLst>
              <a:gd name="textAreaLeft" fmla="*/ 0 w 1401840"/>
              <a:gd name="textAreaRight" fmla="*/ 1402200 w 1401840"/>
              <a:gd name="textAreaTop" fmla="*/ 0 h 1848600"/>
              <a:gd name="textAreaBottom" fmla="*/ 1848960 h 1848600"/>
            </a:gdLst>
            <a:ahLst/>
            <a:cxnLst/>
            <a:rect l="textAreaLeft" t="textAreaTop" r="textAreaRight" b="textAreaBottom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0" name=""/>
          <p:cNvSpPr/>
          <p:nvPr/>
        </p:nvSpPr>
        <p:spPr>
          <a:xfrm>
            <a:off x="3931920" y="201168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1" name=""/>
          <p:cNvSpPr/>
          <p:nvPr/>
        </p:nvSpPr>
        <p:spPr>
          <a:xfrm>
            <a:off x="7724880" y="2103120"/>
            <a:ext cx="778680" cy="1462680"/>
          </a:xfrm>
          <a:custGeom>
            <a:avLst/>
            <a:gdLst>
              <a:gd name="textAreaLeft" fmla="*/ 0 w 778680"/>
              <a:gd name="textAreaRight" fmla="*/ 779040 w 778680"/>
              <a:gd name="textAreaTop" fmla="*/ 0 h 1462680"/>
              <a:gd name="textAreaBottom" fmla="*/ 1463040 h 1462680"/>
            </a:gdLst>
            <a:ahLst/>
            <a:cxnLst/>
            <a:rect l="textAreaLeft" t="textAreaTop" r="textAreaRight" b="textAreaBottom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2" name=""/>
          <p:cNvSpPr/>
          <p:nvPr/>
        </p:nvSpPr>
        <p:spPr>
          <a:xfrm>
            <a:off x="1424160" y="47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3" name=""/>
          <p:cNvSpPr/>
          <p:nvPr/>
        </p:nvSpPr>
        <p:spPr>
          <a:xfrm>
            <a:off x="288720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12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ftr" idx="13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sldNum" idx="14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A17C1EE-AA3C-4D6C-A2B3-221355173F8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"/>
          <p:cNvGrpSpPr/>
          <p:nvPr/>
        </p:nvGrpSpPr>
        <p:grpSpPr>
          <a:xfrm>
            <a:off x="2982960" y="1548000"/>
            <a:ext cx="5982120" cy="3161160"/>
            <a:chOff x="2982960" y="1548000"/>
            <a:chExt cx="5982120" cy="3161160"/>
          </a:xfrm>
        </p:grpSpPr>
        <p:sp>
          <p:nvSpPr>
            <p:cNvPr id="112" name=""/>
            <p:cNvSpPr/>
            <p:nvPr/>
          </p:nvSpPr>
          <p:spPr>
            <a:xfrm>
              <a:off x="3570480" y="1888200"/>
              <a:ext cx="4926960" cy="262296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3763800" y="1585440"/>
              <a:ext cx="4926960" cy="262296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tIns="54000" rIns="99000" bIns="54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3844800" y="1548000"/>
              <a:ext cx="1096920" cy="130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“</a:t>
              </a:r>
              <a:endParaRPr lang="en-US" sz="8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7868160" y="3399840"/>
              <a:ext cx="1096920" cy="130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”</a:t>
              </a:r>
              <a:endParaRPr lang="en-US" sz="8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2982960" y="4117320"/>
              <a:ext cx="1044360" cy="30240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17" name=""/>
          <p:cNvGrpSpPr/>
          <p:nvPr/>
        </p:nvGrpSpPr>
        <p:grpSpPr>
          <a:xfrm>
            <a:off x="-927000" y="-375120"/>
            <a:ext cx="3795840" cy="6389280"/>
            <a:chOff x="-927000" y="-375120"/>
            <a:chExt cx="3795840" cy="6389280"/>
          </a:xfrm>
        </p:grpSpPr>
        <p:sp>
          <p:nvSpPr>
            <p:cNvPr id="118" name=""/>
            <p:cNvSpPr/>
            <p:nvPr/>
          </p:nvSpPr>
          <p:spPr>
            <a:xfrm rot="5400000">
              <a:off x="460080" y="-2217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1144440" y="-21312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0" name=""/>
            <p:cNvSpPr/>
            <p:nvPr/>
          </p:nvSpPr>
          <p:spPr>
            <a:xfrm rot="5400000">
              <a:off x="-231120" y="4500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448200" y="4568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2" name=""/>
            <p:cNvSpPr/>
            <p:nvPr/>
          </p:nvSpPr>
          <p:spPr>
            <a:xfrm rot="5400000">
              <a:off x="439200" y="11408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1124280" y="11494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-927000" y="18093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5" name=""/>
            <p:cNvSpPr/>
            <p:nvPr/>
          </p:nvSpPr>
          <p:spPr>
            <a:xfrm rot="5400000">
              <a:off x="-245160" y="181512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430560" y="18244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7" name=""/>
            <p:cNvSpPr/>
            <p:nvPr/>
          </p:nvSpPr>
          <p:spPr>
            <a:xfrm rot="5400000">
              <a:off x="1113840" y="18334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1796040" y="18396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-253440" y="24984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0" name=""/>
            <p:cNvSpPr/>
            <p:nvPr/>
          </p:nvSpPr>
          <p:spPr>
            <a:xfrm rot="5400000">
              <a:off x="422280" y="250812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 rot="5400000">
              <a:off x="-262440" y="31802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-271440" y="38624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3" name=""/>
            <p:cNvSpPr/>
            <p:nvPr/>
          </p:nvSpPr>
          <p:spPr>
            <a:xfrm rot="5400000">
              <a:off x="409680" y="38721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4" name=""/>
            <p:cNvSpPr/>
            <p:nvPr/>
          </p:nvSpPr>
          <p:spPr>
            <a:xfrm rot="5400000">
              <a:off x="-282960" y="45450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399600" y="45543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-291240" y="52282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1070640" y="52480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38" name=""/>
          <p:cNvSpPr/>
          <p:nvPr/>
        </p:nvSpPr>
        <p:spPr>
          <a:xfrm>
            <a:off x="8538120" y="387720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9" name=""/>
          <p:cNvSpPr/>
          <p:nvPr/>
        </p:nvSpPr>
        <p:spPr>
          <a:xfrm>
            <a:off x="7372080" y="497448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0" name=""/>
          <p:cNvSpPr/>
          <p:nvPr/>
        </p:nvSpPr>
        <p:spPr>
          <a:xfrm>
            <a:off x="7868160" y="-329040"/>
            <a:ext cx="2011320" cy="20113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39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3924000" y="2160000"/>
            <a:ext cx="4571640" cy="194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dt" idx="15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ftr" idx="16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sldNum" idx="17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BC9E2A-6479-427F-A388-331F3CB5DBF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6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>
            <a:off x="8266320" y="41155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9" name=""/>
          <p:cNvSpPr/>
          <p:nvPr/>
        </p:nvSpPr>
        <p:spPr>
          <a:xfrm>
            <a:off x="7717680" y="-54828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50" name=""/>
          <p:cNvGrpSpPr/>
          <p:nvPr/>
        </p:nvGrpSpPr>
        <p:grpSpPr>
          <a:xfrm>
            <a:off x="-146880" y="69480"/>
            <a:ext cx="914760" cy="915120"/>
            <a:chOff x="-146880" y="69480"/>
            <a:chExt cx="914760" cy="915120"/>
          </a:xfrm>
        </p:grpSpPr>
        <p:sp>
          <p:nvSpPr>
            <p:cNvPr id="151" name=""/>
            <p:cNvSpPr/>
            <p:nvPr/>
          </p:nvSpPr>
          <p:spPr>
            <a:xfrm flipV="1" rot="5395800">
              <a:off x="219240" y="8013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 flipV="1" rot="5395800">
              <a:off x="218880" y="43560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 flipV="1" rot="5395800">
              <a:off x="218520" y="7020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 flipV="1" rot="5395800">
              <a:off x="584280" y="6948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 flipV="1" rot="5395800">
              <a:off x="584280" y="43524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 flipV="1" rot="5395800">
              <a:off x="585000" y="80136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 flipV="1" rot="5395800">
              <a:off x="-145800" y="80172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8" name=""/>
            <p:cNvSpPr/>
            <p:nvPr/>
          </p:nvSpPr>
          <p:spPr>
            <a:xfrm flipV="1" rot="5395800">
              <a:off x="-146520" y="43632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9" name=""/>
            <p:cNvSpPr/>
            <p:nvPr/>
          </p:nvSpPr>
          <p:spPr>
            <a:xfrm flipV="1" rot="5395800">
              <a:off x="-146520" y="70200"/>
              <a:ext cx="182520" cy="182520"/>
            </a:xfrm>
            <a:prstGeom prst="ellipse">
              <a:avLst/>
            </a:prstGeom>
            <a:blipFill rotWithShape="0">
              <a:blip r:embed="rId10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60" name=""/>
          <p:cNvGrpSpPr/>
          <p:nvPr/>
        </p:nvGrpSpPr>
        <p:grpSpPr>
          <a:xfrm>
            <a:off x="9545040" y="4646160"/>
            <a:ext cx="549360" cy="915120"/>
            <a:chOff x="9545040" y="4646160"/>
            <a:chExt cx="549360" cy="915120"/>
          </a:xfrm>
        </p:grpSpPr>
        <p:sp>
          <p:nvSpPr>
            <p:cNvPr id="161" name=""/>
            <p:cNvSpPr/>
            <p:nvPr/>
          </p:nvSpPr>
          <p:spPr>
            <a:xfrm flipV="1" rot="5395800">
              <a:off x="9911520" y="5377680"/>
              <a:ext cx="182520" cy="182520"/>
            </a:xfrm>
            <a:prstGeom prst="ellipse">
              <a:avLst/>
            </a:prstGeom>
            <a:blipFill rotWithShape="0">
              <a:blip r:embed="rId11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2" name=""/>
            <p:cNvSpPr/>
            <p:nvPr/>
          </p:nvSpPr>
          <p:spPr>
            <a:xfrm flipV="1" rot="5395800">
              <a:off x="9911160" y="5012280"/>
              <a:ext cx="182520" cy="182520"/>
            </a:xfrm>
            <a:prstGeom prst="ellipse">
              <a:avLst/>
            </a:prstGeom>
            <a:blipFill rotWithShape="0">
              <a:blip r:embed="rId12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3" name=""/>
            <p:cNvSpPr/>
            <p:nvPr/>
          </p:nvSpPr>
          <p:spPr>
            <a:xfrm flipV="1" rot="5395800">
              <a:off x="9910440" y="4646160"/>
              <a:ext cx="182520" cy="182520"/>
            </a:xfrm>
            <a:prstGeom prst="ellipse">
              <a:avLst/>
            </a:prstGeom>
            <a:blipFill rotWithShape="0">
              <a:blip r:embed="rId13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4" name=""/>
            <p:cNvSpPr/>
            <p:nvPr/>
          </p:nvSpPr>
          <p:spPr>
            <a:xfrm flipV="1" rot="5395800">
              <a:off x="9545400" y="5378400"/>
              <a:ext cx="182520" cy="182520"/>
            </a:xfrm>
            <a:prstGeom prst="ellipse">
              <a:avLst/>
            </a:prstGeom>
            <a:blipFill rotWithShape="0">
              <a:blip r:embed="rId14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5" name=""/>
            <p:cNvSpPr/>
            <p:nvPr/>
          </p:nvSpPr>
          <p:spPr>
            <a:xfrm flipV="1" rot="5395800">
              <a:off x="9545400" y="5012280"/>
              <a:ext cx="182520" cy="182520"/>
            </a:xfrm>
            <a:prstGeom prst="ellipse">
              <a:avLst/>
            </a:prstGeom>
            <a:blipFill rotWithShape="0">
              <a:blip r:embed="rId15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6" name=""/>
            <p:cNvSpPr/>
            <p:nvPr/>
          </p:nvSpPr>
          <p:spPr>
            <a:xfrm flipV="1" rot="5395800">
              <a:off x="9545040" y="4646520"/>
              <a:ext cx="182520" cy="182520"/>
            </a:xfrm>
            <a:prstGeom prst="ellipse">
              <a:avLst/>
            </a:prstGeom>
            <a:blipFill rotWithShape="0">
              <a:blip r:embed="rId16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67" name=""/>
          <p:cNvSpPr/>
          <p:nvPr/>
        </p:nvSpPr>
        <p:spPr>
          <a:xfrm>
            <a:off x="-146160" y="31093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18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ftr" idx="19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sldNum" idx="20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3888E4-F7A3-4462-A5D3-601C873AD87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7"/>
    <p:sldLayoutId id="2147483663" r:id="rId18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"/>
          <p:cNvSpPr/>
          <p:nvPr/>
        </p:nvSpPr>
        <p:spPr>
          <a:xfrm>
            <a:off x="8266320" y="41155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0" name=""/>
          <p:cNvSpPr/>
          <p:nvPr/>
        </p:nvSpPr>
        <p:spPr>
          <a:xfrm>
            <a:off x="7717680" y="-54828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81" name=""/>
          <p:cNvGrpSpPr/>
          <p:nvPr/>
        </p:nvGrpSpPr>
        <p:grpSpPr>
          <a:xfrm>
            <a:off x="-146880" y="69480"/>
            <a:ext cx="914760" cy="915120"/>
            <a:chOff x="-146880" y="69480"/>
            <a:chExt cx="914760" cy="915120"/>
          </a:xfrm>
        </p:grpSpPr>
        <p:sp>
          <p:nvSpPr>
            <p:cNvPr id="182" name=""/>
            <p:cNvSpPr/>
            <p:nvPr/>
          </p:nvSpPr>
          <p:spPr>
            <a:xfrm flipV="1" rot="5395800">
              <a:off x="219240" y="8013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 flipV="1" rot="5395800">
              <a:off x="218880" y="43560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 flipV="1" rot="5395800">
              <a:off x="218520" y="7020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5" name=""/>
            <p:cNvSpPr/>
            <p:nvPr/>
          </p:nvSpPr>
          <p:spPr>
            <a:xfrm flipV="1" rot="5395800">
              <a:off x="584280" y="6948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6" name=""/>
            <p:cNvSpPr/>
            <p:nvPr/>
          </p:nvSpPr>
          <p:spPr>
            <a:xfrm flipV="1" rot="5395800">
              <a:off x="584280" y="43524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 flipV="1" rot="5395800">
              <a:off x="585000" y="80136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 flipV="1" rot="5395800">
              <a:off x="-145800" y="80172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 flipV="1" rot="5395800">
              <a:off x="-146520" y="43632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 flipV="1" rot="5395800">
              <a:off x="-146520" y="70200"/>
              <a:ext cx="182520" cy="182520"/>
            </a:xfrm>
            <a:prstGeom prst="ellipse">
              <a:avLst/>
            </a:prstGeom>
            <a:blipFill rotWithShape="0">
              <a:blip r:embed="rId10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91" name=""/>
          <p:cNvGrpSpPr/>
          <p:nvPr/>
        </p:nvGrpSpPr>
        <p:grpSpPr>
          <a:xfrm>
            <a:off x="9545040" y="4646160"/>
            <a:ext cx="549360" cy="915120"/>
            <a:chOff x="9545040" y="4646160"/>
            <a:chExt cx="549360" cy="915120"/>
          </a:xfrm>
        </p:grpSpPr>
        <p:sp>
          <p:nvSpPr>
            <p:cNvPr id="192" name=""/>
            <p:cNvSpPr/>
            <p:nvPr/>
          </p:nvSpPr>
          <p:spPr>
            <a:xfrm flipV="1" rot="5395800">
              <a:off x="9911520" y="5377680"/>
              <a:ext cx="182520" cy="182520"/>
            </a:xfrm>
            <a:prstGeom prst="ellipse">
              <a:avLst/>
            </a:prstGeom>
            <a:blipFill rotWithShape="0">
              <a:blip r:embed="rId11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3" name=""/>
            <p:cNvSpPr/>
            <p:nvPr/>
          </p:nvSpPr>
          <p:spPr>
            <a:xfrm flipV="1" rot="5395800">
              <a:off x="9911160" y="5012280"/>
              <a:ext cx="182520" cy="182520"/>
            </a:xfrm>
            <a:prstGeom prst="ellipse">
              <a:avLst/>
            </a:prstGeom>
            <a:blipFill rotWithShape="0">
              <a:blip r:embed="rId12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4" name=""/>
            <p:cNvSpPr/>
            <p:nvPr/>
          </p:nvSpPr>
          <p:spPr>
            <a:xfrm flipV="1" rot="5395800">
              <a:off x="9910440" y="4646160"/>
              <a:ext cx="182520" cy="182520"/>
            </a:xfrm>
            <a:prstGeom prst="ellipse">
              <a:avLst/>
            </a:prstGeom>
            <a:blipFill rotWithShape="0">
              <a:blip r:embed="rId13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5" name=""/>
            <p:cNvSpPr/>
            <p:nvPr/>
          </p:nvSpPr>
          <p:spPr>
            <a:xfrm flipV="1" rot="5395800">
              <a:off x="9545400" y="5378400"/>
              <a:ext cx="182520" cy="182520"/>
            </a:xfrm>
            <a:prstGeom prst="ellipse">
              <a:avLst/>
            </a:prstGeom>
            <a:blipFill rotWithShape="0">
              <a:blip r:embed="rId14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6" name=""/>
            <p:cNvSpPr/>
            <p:nvPr/>
          </p:nvSpPr>
          <p:spPr>
            <a:xfrm flipV="1" rot="5395800">
              <a:off x="9545400" y="5012280"/>
              <a:ext cx="182520" cy="182520"/>
            </a:xfrm>
            <a:prstGeom prst="ellipse">
              <a:avLst/>
            </a:prstGeom>
            <a:blipFill rotWithShape="0">
              <a:blip r:embed="rId15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7" name=""/>
            <p:cNvSpPr/>
            <p:nvPr/>
          </p:nvSpPr>
          <p:spPr>
            <a:xfrm flipV="1" rot="5395800">
              <a:off x="9545040" y="4646520"/>
              <a:ext cx="182520" cy="182520"/>
            </a:xfrm>
            <a:prstGeom prst="ellipse">
              <a:avLst/>
            </a:prstGeom>
            <a:blipFill rotWithShape="0">
              <a:blip r:embed="rId16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8" name=""/>
          <p:cNvSpPr/>
          <p:nvPr/>
        </p:nvSpPr>
        <p:spPr>
          <a:xfrm>
            <a:off x="-146160" y="31093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dt" idx="21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ftr" idx="22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type="sldNum" idx="23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2EEBE9-0516-42FB-BFB9-91D88D7CE97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7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>
            <a:off x="8266320" y="41155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7" name=""/>
          <p:cNvSpPr/>
          <p:nvPr/>
        </p:nvSpPr>
        <p:spPr>
          <a:xfrm>
            <a:off x="7717680" y="-54828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08" name=""/>
          <p:cNvGrpSpPr/>
          <p:nvPr/>
        </p:nvGrpSpPr>
        <p:grpSpPr>
          <a:xfrm>
            <a:off x="-146880" y="69480"/>
            <a:ext cx="914760" cy="915120"/>
            <a:chOff x="-146880" y="69480"/>
            <a:chExt cx="914760" cy="915120"/>
          </a:xfrm>
        </p:grpSpPr>
        <p:sp>
          <p:nvSpPr>
            <p:cNvPr id="209" name=""/>
            <p:cNvSpPr/>
            <p:nvPr/>
          </p:nvSpPr>
          <p:spPr>
            <a:xfrm flipV="1" rot="5395800">
              <a:off x="219240" y="8013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0" name=""/>
            <p:cNvSpPr/>
            <p:nvPr/>
          </p:nvSpPr>
          <p:spPr>
            <a:xfrm flipV="1" rot="5395800">
              <a:off x="218880" y="43560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1" name=""/>
            <p:cNvSpPr/>
            <p:nvPr/>
          </p:nvSpPr>
          <p:spPr>
            <a:xfrm flipV="1" rot="5395800">
              <a:off x="218520" y="7020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2" name=""/>
            <p:cNvSpPr/>
            <p:nvPr/>
          </p:nvSpPr>
          <p:spPr>
            <a:xfrm flipV="1" rot="5395800">
              <a:off x="584280" y="6948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3" name=""/>
            <p:cNvSpPr/>
            <p:nvPr/>
          </p:nvSpPr>
          <p:spPr>
            <a:xfrm flipV="1" rot="5395800">
              <a:off x="584280" y="43524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4" name=""/>
            <p:cNvSpPr/>
            <p:nvPr/>
          </p:nvSpPr>
          <p:spPr>
            <a:xfrm flipV="1" rot="5395800">
              <a:off x="585000" y="80136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5" name=""/>
            <p:cNvSpPr/>
            <p:nvPr/>
          </p:nvSpPr>
          <p:spPr>
            <a:xfrm flipV="1" rot="5395800">
              <a:off x="-145800" y="80172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6" name=""/>
            <p:cNvSpPr/>
            <p:nvPr/>
          </p:nvSpPr>
          <p:spPr>
            <a:xfrm flipV="1" rot="5395800">
              <a:off x="-146520" y="43632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7" name=""/>
            <p:cNvSpPr/>
            <p:nvPr/>
          </p:nvSpPr>
          <p:spPr>
            <a:xfrm flipV="1" rot="5395800">
              <a:off x="-146520" y="70200"/>
              <a:ext cx="182520" cy="182520"/>
            </a:xfrm>
            <a:prstGeom prst="ellipse">
              <a:avLst/>
            </a:prstGeom>
            <a:blipFill rotWithShape="0">
              <a:blip r:embed="rId10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18" name=""/>
          <p:cNvGrpSpPr/>
          <p:nvPr/>
        </p:nvGrpSpPr>
        <p:grpSpPr>
          <a:xfrm>
            <a:off x="9545040" y="4646160"/>
            <a:ext cx="549360" cy="915120"/>
            <a:chOff x="9545040" y="4646160"/>
            <a:chExt cx="549360" cy="915120"/>
          </a:xfrm>
        </p:grpSpPr>
        <p:sp>
          <p:nvSpPr>
            <p:cNvPr id="219" name=""/>
            <p:cNvSpPr/>
            <p:nvPr/>
          </p:nvSpPr>
          <p:spPr>
            <a:xfrm flipV="1" rot="5395800">
              <a:off x="9911520" y="5377680"/>
              <a:ext cx="182520" cy="182520"/>
            </a:xfrm>
            <a:prstGeom prst="ellipse">
              <a:avLst/>
            </a:prstGeom>
            <a:blipFill rotWithShape="0">
              <a:blip r:embed="rId11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0" name=""/>
            <p:cNvSpPr/>
            <p:nvPr/>
          </p:nvSpPr>
          <p:spPr>
            <a:xfrm flipV="1" rot="5395800">
              <a:off x="9911160" y="5012280"/>
              <a:ext cx="182520" cy="182520"/>
            </a:xfrm>
            <a:prstGeom prst="ellipse">
              <a:avLst/>
            </a:prstGeom>
            <a:blipFill rotWithShape="0">
              <a:blip r:embed="rId12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1" name=""/>
            <p:cNvSpPr/>
            <p:nvPr/>
          </p:nvSpPr>
          <p:spPr>
            <a:xfrm flipV="1" rot="5395800">
              <a:off x="9910440" y="4646160"/>
              <a:ext cx="182520" cy="182520"/>
            </a:xfrm>
            <a:prstGeom prst="ellipse">
              <a:avLst/>
            </a:prstGeom>
            <a:blipFill rotWithShape="0">
              <a:blip r:embed="rId13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2" name=""/>
            <p:cNvSpPr/>
            <p:nvPr/>
          </p:nvSpPr>
          <p:spPr>
            <a:xfrm flipV="1" rot="5395800">
              <a:off x="9545400" y="5378400"/>
              <a:ext cx="182520" cy="182520"/>
            </a:xfrm>
            <a:prstGeom prst="ellipse">
              <a:avLst/>
            </a:prstGeom>
            <a:blipFill rotWithShape="0">
              <a:blip r:embed="rId14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3" name=""/>
            <p:cNvSpPr/>
            <p:nvPr/>
          </p:nvSpPr>
          <p:spPr>
            <a:xfrm flipV="1" rot="5395800">
              <a:off x="9545400" y="5012280"/>
              <a:ext cx="182520" cy="182520"/>
            </a:xfrm>
            <a:prstGeom prst="ellipse">
              <a:avLst/>
            </a:prstGeom>
            <a:blipFill rotWithShape="0">
              <a:blip r:embed="rId15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4" name=""/>
            <p:cNvSpPr/>
            <p:nvPr/>
          </p:nvSpPr>
          <p:spPr>
            <a:xfrm flipV="1" rot="5395800">
              <a:off x="9545040" y="4646520"/>
              <a:ext cx="182520" cy="182520"/>
            </a:xfrm>
            <a:prstGeom prst="ellipse">
              <a:avLst/>
            </a:prstGeom>
            <a:blipFill rotWithShape="0">
              <a:blip r:embed="rId16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5" name=""/>
          <p:cNvSpPr/>
          <p:nvPr/>
        </p:nvSpPr>
        <p:spPr>
          <a:xfrm>
            <a:off x="-146160" y="31093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dt" idx="24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ftr" idx="25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sldNum" idx="26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C413C5-6344-4B0B-8EE1-C99EF71F9DC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7"/>
    <p:sldLayoutId id="2147483668" r:id="rId18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/>
          <p:nvPr/>
        </p:nvSpPr>
        <p:spPr>
          <a:xfrm rot="18876000">
            <a:off x="8645760" y="-405360"/>
            <a:ext cx="2895120" cy="289512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4" name=""/>
          <p:cNvSpPr/>
          <p:nvPr/>
        </p:nvSpPr>
        <p:spPr>
          <a:xfrm rot="18876000">
            <a:off x="8665920" y="3983040"/>
            <a:ext cx="2895120" cy="289512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5" name=""/>
          <p:cNvSpPr/>
          <p:nvPr/>
        </p:nvSpPr>
        <p:spPr>
          <a:xfrm rot="18964800">
            <a:off x="993960" y="591588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36" name=""/>
          <p:cNvSpPr/>
          <p:nvPr/>
        </p:nvSpPr>
        <p:spPr>
          <a:xfrm rot="18964800">
            <a:off x="-1296720" y="551376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37" name=""/>
          <p:cNvSpPr/>
          <p:nvPr/>
        </p:nvSpPr>
        <p:spPr>
          <a:xfrm rot="18964800">
            <a:off x="3682080" y="339480"/>
            <a:ext cx="3457440" cy="9219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38" name=""/>
          <p:cNvSpPr/>
          <p:nvPr/>
        </p:nvSpPr>
        <p:spPr>
          <a:xfrm rot="18964800">
            <a:off x="1445760" y="-75816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39" name=""/>
          <p:cNvSpPr/>
          <p:nvPr/>
        </p:nvSpPr>
        <p:spPr>
          <a:xfrm rot="18964800">
            <a:off x="-727200" y="3295080"/>
            <a:ext cx="2588400" cy="51264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dt" idx="27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 type="ftr" idx="28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 type="sldNum" idx="29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0923663-F3A5-4B38-9B3D-64028211882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"/>
          <p:cNvGrpSpPr/>
          <p:nvPr/>
        </p:nvGrpSpPr>
        <p:grpSpPr>
          <a:xfrm>
            <a:off x="8540280" y="5064840"/>
            <a:ext cx="1279800" cy="548280"/>
            <a:chOff x="8540280" y="5064840"/>
            <a:chExt cx="1279800" cy="548280"/>
          </a:xfrm>
        </p:grpSpPr>
        <p:sp>
          <p:nvSpPr>
            <p:cNvPr id="248" name=""/>
            <p:cNvSpPr/>
            <p:nvPr/>
          </p:nvSpPr>
          <p:spPr>
            <a:xfrm flipV="1" rot="21598800">
              <a:off x="9637560" y="543024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9" name=""/>
            <p:cNvSpPr/>
            <p:nvPr/>
          </p:nvSpPr>
          <p:spPr>
            <a:xfrm flipV="1" rot="21598800">
              <a:off x="9271800" y="543024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0" name=""/>
            <p:cNvSpPr/>
            <p:nvPr/>
          </p:nvSpPr>
          <p:spPr>
            <a:xfrm flipV="1" rot="21598800">
              <a:off x="8906400" y="543024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1" name=""/>
            <p:cNvSpPr/>
            <p:nvPr/>
          </p:nvSpPr>
          <p:spPr>
            <a:xfrm flipV="1" rot="21598800">
              <a:off x="8540280" y="543024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2" name=""/>
            <p:cNvSpPr/>
            <p:nvPr/>
          </p:nvSpPr>
          <p:spPr>
            <a:xfrm flipV="1" rot="21598800">
              <a:off x="8540280" y="506448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3" name=""/>
            <p:cNvSpPr/>
            <p:nvPr/>
          </p:nvSpPr>
          <p:spPr>
            <a:xfrm flipV="1" rot="21598800">
              <a:off x="8906400" y="506448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4" name=""/>
            <p:cNvSpPr/>
            <p:nvPr/>
          </p:nvSpPr>
          <p:spPr>
            <a:xfrm flipV="1" rot="21598800">
              <a:off x="9271800" y="506484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5" name=""/>
            <p:cNvSpPr/>
            <p:nvPr/>
          </p:nvSpPr>
          <p:spPr>
            <a:xfrm flipV="1" rot="21598800">
              <a:off x="9637560" y="506448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56" name=""/>
          <p:cNvSpPr/>
          <p:nvPr/>
        </p:nvSpPr>
        <p:spPr>
          <a:xfrm>
            <a:off x="1499760" y="1774080"/>
            <a:ext cx="2925720" cy="292572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7" name=""/>
          <p:cNvSpPr/>
          <p:nvPr/>
        </p:nvSpPr>
        <p:spPr>
          <a:xfrm>
            <a:off x="1225080" y="1134360"/>
            <a:ext cx="1188720" cy="118800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8" name=""/>
          <p:cNvSpPr/>
          <p:nvPr/>
        </p:nvSpPr>
        <p:spPr>
          <a:xfrm>
            <a:off x="3420000" y="4242960"/>
            <a:ext cx="639720" cy="63972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259" name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349520" y="792360"/>
            <a:ext cx="5525640" cy="414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61628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dt" idx="30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ftr" idx="31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5"/>
          <p:cNvSpPr>
            <a:spLocks noGrp="1"/>
          </p:cNvSpPr>
          <p:nvPr>
            <p:ph type="sldNum" idx="32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8A566AA-53BF-4C17-83F2-793A4E6C252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"/>
          <p:cNvGrpSpPr/>
          <p:nvPr/>
        </p:nvGrpSpPr>
        <p:grpSpPr>
          <a:xfrm>
            <a:off x="7406640" y="3566160"/>
            <a:ext cx="2377080" cy="4297320"/>
            <a:chOff x="7406640" y="3566160"/>
            <a:chExt cx="2377080" cy="4297320"/>
          </a:xfrm>
        </p:grpSpPr>
        <p:sp>
          <p:nvSpPr>
            <p:cNvPr id="269" name=""/>
            <p:cNvSpPr/>
            <p:nvPr/>
          </p:nvSpPr>
          <p:spPr>
            <a:xfrm>
              <a:off x="8138160" y="4754880"/>
              <a:ext cx="456840" cy="2559960"/>
            </a:xfrm>
            <a:prstGeom prst="rect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0" name=""/>
            <p:cNvSpPr/>
            <p:nvPr/>
          </p:nvSpPr>
          <p:spPr>
            <a:xfrm>
              <a:off x="8961120" y="3566160"/>
              <a:ext cx="456840" cy="2559960"/>
            </a:xfrm>
            <a:prstGeom prst="rect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7406640" y="5303520"/>
              <a:ext cx="456840" cy="2559960"/>
            </a:xfrm>
            <a:prstGeom prst="rect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2" name=""/>
            <p:cNvSpPr/>
            <p:nvPr/>
          </p:nvSpPr>
          <p:spPr>
            <a:xfrm>
              <a:off x="8503920" y="5120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3" name=""/>
            <p:cNvSpPr/>
            <p:nvPr/>
          </p:nvSpPr>
          <p:spPr>
            <a:xfrm>
              <a:off x="8321040" y="530352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4" name=""/>
            <p:cNvSpPr/>
            <p:nvPr/>
          </p:nvSpPr>
          <p:spPr>
            <a:xfrm>
              <a:off x="8869680" y="548640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75" name=""/>
          <p:cNvGrpSpPr/>
          <p:nvPr/>
        </p:nvGrpSpPr>
        <p:grpSpPr>
          <a:xfrm>
            <a:off x="274320" y="-2103120"/>
            <a:ext cx="5943240" cy="7406280"/>
            <a:chOff x="274320" y="-2103120"/>
            <a:chExt cx="5943240" cy="7406280"/>
          </a:xfrm>
        </p:grpSpPr>
        <p:sp>
          <p:nvSpPr>
            <p:cNvPr id="276" name=""/>
            <p:cNvSpPr/>
            <p:nvPr/>
          </p:nvSpPr>
          <p:spPr>
            <a:xfrm>
              <a:off x="1463040" y="-1554480"/>
              <a:ext cx="456840" cy="2559960"/>
            </a:xfrm>
            <a:prstGeom prst="rect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7" name=""/>
            <p:cNvSpPr/>
            <p:nvPr/>
          </p:nvSpPr>
          <p:spPr>
            <a:xfrm>
              <a:off x="640080" y="-365760"/>
              <a:ext cx="456840" cy="2559960"/>
            </a:xfrm>
            <a:prstGeom prst="rect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8" name=""/>
            <p:cNvSpPr/>
            <p:nvPr/>
          </p:nvSpPr>
          <p:spPr>
            <a:xfrm>
              <a:off x="2194560" y="-2103120"/>
              <a:ext cx="456840" cy="2559960"/>
            </a:xfrm>
            <a:prstGeom prst="rect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9" name=""/>
            <p:cNvSpPr/>
            <p:nvPr/>
          </p:nvSpPr>
          <p:spPr>
            <a:xfrm>
              <a:off x="274320" y="18288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822960" y="36576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1" name=""/>
            <p:cNvSpPr/>
            <p:nvPr/>
          </p:nvSpPr>
          <p:spPr>
            <a:xfrm>
              <a:off x="274320" y="548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3474720" y="2560320"/>
              <a:ext cx="2742840" cy="274284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914400" y="2835000"/>
              <a:ext cx="91080" cy="164556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45720" tIns="45000" rIns="4572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79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dt" idx="33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ftr" idx="34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 type="sldNum" idx="35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12A0B1-FAFF-4975-AA69-DFFF673BD24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8"/>
    <p:sldLayoutId id="2147483675" r:id="rId9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"/>
          <p:cNvGrpSpPr/>
          <p:nvPr/>
        </p:nvGrpSpPr>
        <p:grpSpPr>
          <a:xfrm>
            <a:off x="7406640" y="3566160"/>
            <a:ext cx="2377080" cy="4297320"/>
            <a:chOff x="7406640" y="3566160"/>
            <a:chExt cx="2377080" cy="4297320"/>
          </a:xfrm>
        </p:grpSpPr>
        <p:sp>
          <p:nvSpPr>
            <p:cNvPr id="295" name=""/>
            <p:cNvSpPr/>
            <p:nvPr/>
          </p:nvSpPr>
          <p:spPr>
            <a:xfrm>
              <a:off x="8138160" y="4754880"/>
              <a:ext cx="456840" cy="2559960"/>
            </a:xfrm>
            <a:prstGeom prst="rect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8961120" y="3566160"/>
              <a:ext cx="456840" cy="2559960"/>
            </a:xfrm>
            <a:prstGeom prst="rect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7" name=""/>
            <p:cNvSpPr/>
            <p:nvPr/>
          </p:nvSpPr>
          <p:spPr>
            <a:xfrm>
              <a:off x="7406640" y="5303520"/>
              <a:ext cx="456840" cy="2559960"/>
            </a:xfrm>
            <a:prstGeom prst="rect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8503920" y="5120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9" name=""/>
            <p:cNvSpPr/>
            <p:nvPr/>
          </p:nvSpPr>
          <p:spPr>
            <a:xfrm>
              <a:off x="8321040" y="530352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0" name=""/>
            <p:cNvSpPr/>
            <p:nvPr/>
          </p:nvSpPr>
          <p:spPr>
            <a:xfrm>
              <a:off x="8869680" y="548640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01" name=""/>
          <p:cNvGrpSpPr/>
          <p:nvPr/>
        </p:nvGrpSpPr>
        <p:grpSpPr>
          <a:xfrm>
            <a:off x="274320" y="-2103120"/>
            <a:ext cx="5943240" cy="7406280"/>
            <a:chOff x="274320" y="-2103120"/>
            <a:chExt cx="5943240" cy="7406280"/>
          </a:xfrm>
        </p:grpSpPr>
        <p:sp>
          <p:nvSpPr>
            <p:cNvPr id="302" name=""/>
            <p:cNvSpPr/>
            <p:nvPr/>
          </p:nvSpPr>
          <p:spPr>
            <a:xfrm>
              <a:off x="1463040" y="-1554480"/>
              <a:ext cx="456840" cy="2559960"/>
            </a:xfrm>
            <a:prstGeom prst="rect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3" name=""/>
            <p:cNvSpPr/>
            <p:nvPr/>
          </p:nvSpPr>
          <p:spPr>
            <a:xfrm>
              <a:off x="640080" y="-365760"/>
              <a:ext cx="456840" cy="2559960"/>
            </a:xfrm>
            <a:prstGeom prst="rect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2194560" y="-2103120"/>
              <a:ext cx="456840" cy="2559960"/>
            </a:xfrm>
            <a:prstGeom prst="rect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5" name=""/>
            <p:cNvSpPr/>
            <p:nvPr/>
          </p:nvSpPr>
          <p:spPr>
            <a:xfrm>
              <a:off x="274320" y="18288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6" name=""/>
            <p:cNvSpPr/>
            <p:nvPr/>
          </p:nvSpPr>
          <p:spPr>
            <a:xfrm>
              <a:off x="822960" y="36576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274320" y="548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8" name=""/>
            <p:cNvSpPr/>
            <p:nvPr/>
          </p:nvSpPr>
          <p:spPr>
            <a:xfrm>
              <a:off x="3474720" y="2560320"/>
              <a:ext cx="2742840" cy="274284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914400" y="2835000"/>
              <a:ext cx="91080" cy="164556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45720" tIns="45000" rIns="4572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79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dt" idx="36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ftr" idx="37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sldNum" idx="38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9FFC7C-8C1C-43B6-909F-1D8C919998C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8"/>
    <p:sldLayoutId id="2147483678" r:id="rId9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"/>
          <p:cNvGrpSpPr/>
          <p:nvPr/>
        </p:nvGrpSpPr>
        <p:grpSpPr>
          <a:xfrm>
            <a:off x="7406640" y="3566160"/>
            <a:ext cx="2377080" cy="4297320"/>
            <a:chOff x="7406640" y="3566160"/>
            <a:chExt cx="2377080" cy="4297320"/>
          </a:xfrm>
        </p:grpSpPr>
        <p:sp>
          <p:nvSpPr>
            <p:cNvPr id="322" name=""/>
            <p:cNvSpPr/>
            <p:nvPr/>
          </p:nvSpPr>
          <p:spPr>
            <a:xfrm>
              <a:off x="8138160" y="4754880"/>
              <a:ext cx="456840" cy="2559960"/>
            </a:xfrm>
            <a:prstGeom prst="rect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3" name=""/>
            <p:cNvSpPr/>
            <p:nvPr/>
          </p:nvSpPr>
          <p:spPr>
            <a:xfrm>
              <a:off x="8961120" y="3566160"/>
              <a:ext cx="456840" cy="2559960"/>
            </a:xfrm>
            <a:prstGeom prst="rect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4" name=""/>
            <p:cNvSpPr/>
            <p:nvPr/>
          </p:nvSpPr>
          <p:spPr>
            <a:xfrm>
              <a:off x="7406640" y="5303520"/>
              <a:ext cx="456840" cy="2559960"/>
            </a:xfrm>
            <a:prstGeom prst="rect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8503920" y="5120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6" name=""/>
            <p:cNvSpPr/>
            <p:nvPr/>
          </p:nvSpPr>
          <p:spPr>
            <a:xfrm>
              <a:off x="8321040" y="530352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7" name=""/>
            <p:cNvSpPr/>
            <p:nvPr/>
          </p:nvSpPr>
          <p:spPr>
            <a:xfrm>
              <a:off x="8869680" y="548640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28" name=""/>
          <p:cNvGrpSpPr/>
          <p:nvPr/>
        </p:nvGrpSpPr>
        <p:grpSpPr>
          <a:xfrm>
            <a:off x="274320" y="-2103120"/>
            <a:ext cx="5943240" cy="7406280"/>
            <a:chOff x="274320" y="-2103120"/>
            <a:chExt cx="5943240" cy="7406280"/>
          </a:xfrm>
        </p:grpSpPr>
        <p:sp>
          <p:nvSpPr>
            <p:cNvPr id="329" name=""/>
            <p:cNvSpPr/>
            <p:nvPr/>
          </p:nvSpPr>
          <p:spPr>
            <a:xfrm>
              <a:off x="1463040" y="-1554480"/>
              <a:ext cx="456840" cy="2559960"/>
            </a:xfrm>
            <a:prstGeom prst="rect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0" name=""/>
            <p:cNvSpPr/>
            <p:nvPr/>
          </p:nvSpPr>
          <p:spPr>
            <a:xfrm>
              <a:off x="640080" y="-365760"/>
              <a:ext cx="456840" cy="2559960"/>
            </a:xfrm>
            <a:prstGeom prst="rect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1" name=""/>
            <p:cNvSpPr/>
            <p:nvPr/>
          </p:nvSpPr>
          <p:spPr>
            <a:xfrm>
              <a:off x="2194560" y="-2103120"/>
              <a:ext cx="456840" cy="2559960"/>
            </a:xfrm>
            <a:prstGeom prst="rect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2" name=""/>
            <p:cNvSpPr/>
            <p:nvPr/>
          </p:nvSpPr>
          <p:spPr>
            <a:xfrm>
              <a:off x="274320" y="18288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3" name=""/>
            <p:cNvSpPr/>
            <p:nvPr/>
          </p:nvSpPr>
          <p:spPr>
            <a:xfrm>
              <a:off x="822960" y="36576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4" name=""/>
            <p:cNvSpPr/>
            <p:nvPr/>
          </p:nvSpPr>
          <p:spPr>
            <a:xfrm>
              <a:off x="274320" y="548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5" name=""/>
            <p:cNvSpPr/>
            <p:nvPr/>
          </p:nvSpPr>
          <p:spPr>
            <a:xfrm>
              <a:off x="3474720" y="2560320"/>
              <a:ext cx="2742840" cy="274284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6" name=""/>
            <p:cNvSpPr/>
            <p:nvPr/>
          </p:nvSpPr>
          <p:spPr>
            <a:xfrm>
              <a:off x="914400" y="2835000"/>
              <a:ext cx="91080" cy="164556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45720" tIns="45000" rIns="4572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79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dt" idx="39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ftr" idx="40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5"/>
          <p:cNvSpPr>
            <a:spLocks noGrp="1"/>
          </p:cNvSpPr>
          <p:nvPr>
            <p:ph type="sldNum" idx="41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11E552-E519-46CB-96E5-8D91A266496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8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"/>
          <p:cNvSpPr/>
          <p:nvPr/>
        </p:nvSpPr>
        <p:spPr>
          <a:xfrm>
            <a:off x="822960" y="24688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6" name=""/>
          <p:cNvSpPr/>
          <p:nvPr/>
        </p:nvSpPr>
        <p:spPr>
          <a:xfrm>
            <a:off x="4480560" y="15544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7" name=""/>
          <p:cNvSpPr/>
          <p:nvPr/>
        </p:nvSpPr>
        <p:spPr>
          <a:xfrm>
            <a:off x="6583680" y="310896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8" name=""/>
          <p:cNvSpPr/>
          <p:nvPr/>
        </p:nvSpPr>
        <p:spPr>
          <a:xfrm>
            <a:off x="1554480" y="4114800"/>
            <a:ext cx="914040" cy="657000"/>
          </a:xfrm>
          <a:custGeom>
            <a:avLst/>
            <a:gdLst>
              <a:gd name="textAreaLeft" fmla="*/ 0 w 914040"/>
              <a:gd name="textAreaRight" fmla="*/ 914400 w 914040"/>
              <a:gd name="textAreaTop" fmla="*/ 0 h 657000"/>
              <a:gd name="textAreaBottom" fmla="*/ 657360 h 657000"/>
            </a:gdLst>
            <a:ahLst/>
            <a:cxnLst/>
            <a:rect l="textAreaLeft" t="textAreaTop" r="textAreaRight" b="textAreaBottom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9" name=""/>
          <p:cNvSpPr/>
          <p:nvPr/>
        </p:nvSpPr>
        <p:spPr>
          <a:xfrm>
            <a:off x="3657600" y="1188720"/>
            <a:ext cx="822600" cy="639720"/>
          </a:xfrm>
          <a:custGeom>
            <a:avLst/>
            <a:gdLst>
              <a:gd name="textAreaLeft" fmla="*/ 0 w 822600"/>
              <a:gd name="textAreaRight" fmla="*/ 822960 w 822600"/>
              <a:gd name="textAreaTop" fmla="*/ 0 h 639720"/>
              <a:gd name="textAreaBottom" fmla="*/ 640080 h 639720"/>
            </a:gdLst>
            <a:ahLst/>
            <a:cxnLst/>
            <a:rect l="textAreaLeft" t="textAreaTop" r="textAreaRight" b="textAreaBottom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50" name=""/>
          <p:cNvSpPr/>
          <p:nvPr/>
        </p:nvSpPr>
        <p:spPr>
          <a:xfrm>
            <a:off x="7955280" y="2011680"/>
            <a:ext cx="1463760" cy="1188360"/>
          </a:xfrm>
          <a:custGeom>
            <a:avLst/>
            <a:gdLst>
              <a:gd name="textAreaLeft" fmla="*/ 0 w 1463760"/>
              <a:gd name="textAreaRight" fmla="*/ 1464120 w 146376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51" name=""/>
          <p:cNvSpPr/>
          <p:nvPr/>
        </p:nvSpPr>
        <p:spPr>
          <a:xfrm>
            <a:off x="2468880" y="822960"/>
            <a:ext cx="1410120" cy="1371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52" name=""/>
          <p:cNvSpPr/>
          <p:nvPr/>
        </p:nvSpPr>
        <p:spPr>
          <a:xfrm>
            <a:off x="3931920" y="466344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53" name=""/>
          <p:cNvSpPr/>
          <p:nvPr/>
        </p:nvSpPr>
        <p:spPr>
          <a:xfrm>
            <a:off x="8412480" y="1280160"/>
            <a:ext cx="1096920" cy="10054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dt" idx="42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 type="ftr" idx="43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PlaceHolder 5"/>
          <p:cNvSpPr>
            <a:spLocks noGrp="1"/>
          </p:cNvSpPr>
          <p:nvPr>
            <p:ph type="sldNum" idx="44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DC1C22D-F110-4025-9999-F4BF0278F19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>
            <a:off x="822960" y="24688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63" name=""/>
          <p:cNvSpPr/>
          <p:nvPr/>
        </p:nvSpPr>
        <p:spPr>
          <a:xfrm>
            <a:off x="4480560" y="15544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64" name=""/>
          <p:cNvSpPr/>
          <p:nvPr/>
        </p:nvSpPr>
        <p:spPr>
          <a:xfrm>
            <a:off x="6583680" y="310896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65" name=""/>
          <p:cNvSpPr/>
          <p:nvPr/>
        </p:nvSpPr>
        <p:spPr>
          <a:xfrm>
            <a:off x="1554480" y="4114800"/>
            <a:ext cx="914040" cy="657000"/>
          </a:xfrm>
          <a:custGeom>
            <a:avLst/>
            <a:gdLst>
              <a:gd name="textAreaLeft" fmla="*/ 0 w 914040"/>
              <a:gd name="textAreaRight" fmla="*/ 914400 w 914040"/>
              <a:gd name="textAreaTop" fmla="*/ 0 h 657000"/>
              <a:gd name="textAreaBottom" fmla="*/ 657360 h 657000"/>
            </a:gdLst>
            <a:ahLst/>
            <a:cxnLst/>
            <a:rect l="textAreaLeft" t="textAreaTop" r="textAreaRight" b="textAreaBottom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66" name=""/>
          <p:cNvSpPr/>
          <p:nvPr/>
        </p:nvSpPr>
        <p:spPr>
          <a:xfrm>
            <a:off x="3657600" y="1188720"/>
            <a:ext cx="822600" cy="639720"/>
          </a:xfrm>
          <a:custGeom>
            <a:avLst/>
            <a:gdLst>
              <a:gd name="textAreaLeft" fmla="*/ 0 w 822600"/>
              <a:gd name="textAreaRight" fmla="*/ 822960 w 822600"/>
              <a:gd name="textAreaTop" fmla="*/ 0 h 639720"/>
              <a:gd name="textAreaBottom" fmla="*/ 640080 h 639720"/>
            </a:gdLst>
            <a:ahLst/>
            <a:cxnLst/>
            <a:rect l="textAreaLeft" t="textAreaTop" r="textAreaRight" b="textAreaBottom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67" name=""/>
          <p:cNvSpPr/>
          <p:nvPr/>
        </p:nvSpPr>
        <p:spPr>
          <a:xfrm>
            <a:off x="7955280" y="2011680"/>
            <a:ext cx="1463760" cy="1188360"/>
          </a:xfrm>
          <a:custGeom>
            <a:avLst/>
            <a:gdLst>
              <a:gd name="textAreaLeft" fmla="*/ 0 w 1463760"/>
              <a:gd name="textAreaRight" fmla="*/ 1464120 w 146376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68" name=""/>
          <p:cNvSpPr/>
          <p:nvPr/>
        </p:nvSpPr>
        <p:spPr>
          <a:xfrm>
            <a:off x="2468880" y="822960"/>
            <a:ext cx="1410120" cy="1371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69" name=""/>
          <p:cNvSpPr/>
          <p:nvPr/>
        </p:nvSpPr>
        <p:spPr>
          <a:xfrm>
            <a:off x="3931920" y="466344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70" name=""/>
          <p:cNvSpPr/>
          <p:nvPr/>
        </p:nvSpPr>
        <p:spPr>
          <a:xfrm>
            <a:off x="8412480" y="1280160"/>
            <a:ext cx="1096920" cy="10054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dt" idx="45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 type="ftr" idx="46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PlaceHolder 5"/>
          <p:cNvSpPr>
            <a:spLocks noGrp="1"/>
          </p:cNvSpPr>
          <p:nvPr>
            <p:ph type="sldNum" idx="47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3CC86F6-B1CF-4B81-87D6-CFCCCFAB890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"/>
          <p:cNvSpPr/>
          <p:nvPr/>
        </p:nvSpPr>
        <p:spPr>
          <a:xfrm>
            <a:off x="2103480" y="36583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80" name=""/>
          <p:cNvSpPr/>
          <p:nvPr/>
        </p:nvSpPr>
        <p:spPr>
          <a:xfrm>
            <a:off x="823320" y="-27324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81" name=""/>
          <p:cNvSpPr/>
          <p:nvPr/>
        </p:nvSpPr>
        <p:spPr>
          <a:xfrm>
            <a:off x="7955640" y="310968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82" name=""/>
          <p:cNvSpPr/>
          <p:nvPr/>
        </p:nvSpPr>
        <p:spPr>
          <a:xfrm>
            <a:off x="9601560" y="9151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83" name=""/>
          <p:cNvGrpSpPr/>
          <p:nvPr/>
        </p:nvGrpSpPr>
        <p:grpSpPr>
          <a:xfrm>
            <a:off x="3836160" y="1150200"/>
            <a:ext cx="2339280" cy="4334040"/>
            <a:chOff x="3836160" y="1150200"/>
            <a:chExt cx="2339280" cy="4334040"/>
          </a:xfrm>
        </p:grpSpPr>
        <p:sp>
          <p:nvSpPr>
            <p:cNvPr id="384" name=""/>
            <p:cNvSpPr/>
            <p:nvPr/>
          </p:nvSpPr>
          <p:spPr>
            <a:xfrm flipH="1" flipV="1" rot="5400000">
              <a:off x="3881520" y="136656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5" name=""/>
            <p:cNvSpPr/>
            <p:nvPr/>
          </p:nvSpPr>
          <p:spPr>
            <a:xfrm flipH="1" flipV="1" rot="5400000">
              <a:off x="4758120" y="11041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6" name=""/>
            <p:cNvSpPr/>
            <p:nvPr/>
          </p:nvSpPr>
          <p:spPr>
            <a:xfrm flipH="1" flipV="1" rot="5400000">
              <a:off x="3881520" y="2717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7" name=""/>
            <p:cNvSpPr/>
            <p:nvPr/>
          </p:nvSpPr>
          <p:spPr>
            <a:xfrm flipH="1" flipV="1" rot="5400000">
              <a:off x="4758120" y="245520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8" name=""/>
            <p:cNvSpPr/>
            <p:nvPr/>
          </p:nvSpPr>
          <p:spPr>
            <a:xfrm flipH="1" flipV="1" rot="5400000">
              <a:off x="3881520" y="40669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9" name=""/>
            <p:cNvSpPr/>
            <p:nvPr/>
          </p:nvSpPr>
          <p:spPr>
            <a:xfrm flipH="1" flipV="1" rot="5400000">
              <a:off x="4758120" y="380556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dt" idx="48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PlaceHolder 4"/>
          <p:cNvSpPr>
            <a:spLocks noGrp="1"/>
          </p:cNvSpPr>
          <p:nvPr>
            <p:ph type="ftr" idx="49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PlaceHolder 5"/>
          <p:cNvSpPr>
            <a:spLocks noGrp="1"/>
          </p:cNvSpPr>
          <p:nvPr>
            <p:ph type="sldNum" idx="50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819E18C-3187-449F-8CAB-11DC0E05868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2"/>
    <p:sldLayoutId id="2147483687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"/>
          <p:cNvSpPr/>
          <p:nvPr/>
        </p:nvSpPr>
        <p:spPr>
          <a:xfrm>
            <a:off x="2103480" y="36583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99" name=""/>
          <p:cNvSpPr/>
          <p:nvPr/>
        </p:nvSpPr>
        <p:spPr>
          <a:xfrm>
            <a:off x="823320" y="-27324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00" name=""/>
          <p:cNvSpPr/>
          <p:nvPr/>
        </p:nvSpPr>
        <p:spPr>
          <a:xfrm>
            <a:off x="7955640" y="310968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01" name=""/>
          <p:cNvSpPr/>
          <p:nvPr/>
        </p:nvSpPr>
        <p:spPr>
          <a:xfrm>
            <a:off x="9601560" y="9151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402" name=""/>
          <p:cNvGrpSpPr/>
          <p:nvPr/>
        </p:nvGrpSpPr>
        <p:grpSpPr>
          <a:xfrm>
            <a:off x="3836160" y="1150200"/>
            <a:ext cx="2339280" cy="4334040"/>
            <a:chOff x="3836160" y="1150200"/>
            <a:chExt cx="2339280" cy="4334040"/>
          </a:xfrm>
        </p:grpSpPr>
        <p:sp>
          <p:nvSpPr>
            <p:cNvPr id="403" name=""/>
            <p:cNvSpPr/>
            <p:nvPr/>
          </p:nvSpPr>
          <p:spPr>
            <a:xfrm flipH="1" flipV="1" rot="5400000">
              <a:off x="3881520" y="136656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4" name=""/>
            <p:cNvSpPr/>
            <p:nvPr/>
          </p:nvSpPr>
          <p:spPr>
            <a:xfrm flipH="1" flipV="1" rot="5400000">
              <a:off x="4758120" y="11041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5" name=""/>
            <p:cNvSpPr/>
            <p:nvPr/>
          </p:nvSpPr>
          <p:spPr>
            <a:xfrm flipH="1" flipV="1" rot="5400000">
              <a:off x="3881520" y="2717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6" name=""/>
            <p:cNvSpPr/>
            <p:nvPr/>
          </p:nvSpPr>
          <p:spPr>
            <a:xfrm flipH="1" flipV="1" rot="5400000">
              <a:off x="4758120" y="245520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7" name=""/>
            <p:cNvSpPr/>
            <p:nvPr/>
          </p:nvSpPr>
          <p:spPr>
            <a:xfrm flipH="1" flipV="1" rot="5400000">
              <a:off x="3881520" y="40669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8" name=""/>
            <p:cNvSpPr/>
            <p:nvPr/>
          </p:nvSpPr>
          <p:spPr>
            <a:xfrm flipH="1" flipV="1" rot="5400000">
              <a:off x="4758120" y="380556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dt" idx="51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PlaceHolder 4"/>
          <p:cNvSpPr>
            <a:spLocks noGrp="1"/>
          </p:cNvSpPr>
          <p:nvPr>
            <p:ph type="ftr" idx="52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PlaceHolder 5"/>
          <p:cNvSpPr>
            <a:spLocks noGrp="1"/>
          </p:cNvSpPr>
          <p:nvPr>
            <p:ph type="sldNum" idx="53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D6E6EC2-AC4F-443B-825F-43A097EADE4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360000" y="4233600"/>
            <a:ext cx="7019640" cy="75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Credit Risk Score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subTitle"/>
          </p:nvPr>
        </p:nvSpPr>
        <p:spPr>
          <a:xfrm>
            <a:off x="360000" y="5091120"/>
            <a:ext cx="701964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How to make (fairer) predictions?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Dataset overview</a:t>
            </a:r>
            <a:endParaRPr lang="en-US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/>
          </p:nvPr>
        </p:nvSpPr>
        <p:spPr>
          <a:xfrm>
            <a:off x="1260000" y="1800000"/>
            <a:ext cx="8279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1000 rows (no nulls or duplicates)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21 features (3 numerical, 18 categorical)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Loaded and then manually adjusted according to additional instructions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700 good vs 300 bad credit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468000" y="10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Interesting EDA findings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525960" y="3429000"/>
            <a:ext cx="3131640" cy="205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p>
            <a:pPr marL="432000"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Most of the dataset is composed of people that are stable across multiple features: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63% pay a rate &lt;25% of their disposable income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90% have no co-applicants or guarantors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81% have no additional loans in other places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77% are skilled/highly qualified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/>
          </p:nvPr>
        </p:nvSpPr>
        <p:spPr>
          <a:xfrm>
            <a:off x="457200" y="1110960"/>
            <a:ext cx="3131640" cy="14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5% critical accounts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~90% with good credit behavior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4" name="PlaceHolder 4"/>
          <p:cNvSpPr>
            <a:spLocks noGrp="1"/>
          </p:cNvSpPr>
          <p:nvPr>
            <p:ph/>
          </p:nvPr>
        </p:nvSpPr>
        <p:spPr>
          <a:xfrm>
            <a:off x="525960" y="2482560"/>
            <a:ext cx="3131640" cy="14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71% rent (live in a house they don't own)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5" name="PlaceHolder 5"/>
          <p:cNvSpPr>
            <a:spLocks noGrp="1"/>
          </p:cNvSpPr>
          <p:nvPr>
            <p:ph/>
          </p:nvPr>
        </p:nvSpPr>
        <p:spPr>
          <a:xfrm>
            <a:off x="6408000" y="1080000"/>
            <a:ext cx="3131640" cy="14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Men that are married/widowed loan the most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6" name="PlaceHolder 6"/>
          <p:cNvSpPr>
            <a:spLocks noGrp="1"/>
          </p:cNvSpPr>
          <p:nvPr>
            <p:ph/>
          </p:nvPr>
        </p:nvSpPr>
        <p:spPr>
          <a:xfrm>
            <a:off x="6408000" y="2592000"/>
            <a:ext cx="3131640" cy="14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The best loaners are the customers with the most money in savings (status=4)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7" name="PlaceHolder 7"/>
          <p:cNvSpPr>
            <a:spLocks noGrp="1"/>
          </p:cNvSpPr>
          <p:nvPr>
            <p:ph/>
          </p:nvPr>
        </p:nvSpPr>
        <p:spPr>
          <a:xfrm>
            <a:off x="6408000" y="4104000"/>
            <a:ext cx="3131640" cy="14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The majority are domestic workers; good/bad outcomes almost evenly split among them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Starting point &amp; results</a:t>
            </a:r>
            <a:endParaRPr lang="en-US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1260000" y="1800000"/>
            <a:ext cx="403992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No outlier modification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StandardScaler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OneHotEncoder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No feature reduction/enrichment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Stratify=y to cover class imbalance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Starting models choices (listed in the results)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30" name=""/>
          <p:cNvPicPr/>
          <p:nvPr/>
        </p:nvPicPr>
        <p:blipFill>
          <a:blip r:embed="rId1"/>
          <a:stretch/>
        </p:blipFill>
        <p:spPr>
          <a:xfrm rot="21591600">
            <a:off x="5505120" y="2188080"/>
            <a:ext cx="4039920" cy="250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Hyperparameter tuning results</a:t>
            </a:r>
            <a:endParaRPr lang="en-US" sz="38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/>
          </p:nvPr>
        </p:nvSpPr>
        <p:spPr>
          <a:xfrm>
            <a:off x="1260000" y="1403640"/>
            <a:ext cx="827964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marL="432000"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Chosen for: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Baseline (RF/LR)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Interpretability (DT/LR)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Neural network (MLP)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/>
          </p:nvPr>
        </p:nvSpPr>
        <p:spPr>
          <a:xfrm>
            <a:off x="1260000" y="3200400"/>
            <a:ext cx="827964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Random Forest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Best parameters : {'clf__ccp_alpha': 0, 'clf__criterion': 'entropy', 'clf__max_depth': None, 'clf__min_samples_leaf': 4, 'clf__n_estimators': 300}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Best CV ROC-AUC : 0.7983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Logistic Regression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Best parameters : {'clf__C': 0.1, 'clf__max_iter': 800, 'clf__penalty': 'l2', 'clf__solver': 'lbfgs'}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Best CV ROC-AUC : 0.7988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Decision Tree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Best parameters : {'clf__ccp_alpha': 0, 'clf__criterion': 'entropy', 'clf__max_depth': 6, 'clf__min_samples_leaf': 5, 'clf__min_samples_split': 2} Best CV ROC-AUC : 0.7000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Neural Network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Best parameters : {'clf__activation': 'relu', 'clf__hidden_layer_sizes': (100,), 'clf__max_iter': 800, 'clf__solver': 'sgd'} Best CV ROC-AUC : 0.7977 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Baseline results - LR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35" name=""/>
          <p:cNvPicPr/>
          <p:nvPr/>
        </p:nvPicPr>
        <p:blipFill>
          <a:blip r:embed="rId1"/>
          <a:stretch/>
        </p:blipFill>
        <p:spPr>
          <a:xfrm>
            <a:off x="228600" y="1800000"/>
            <a:ext cx="3544200" cy="32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6" name=""/>
          <p:cNvPicPr/>
          <p:nvPr/>
        </p:nvPicPr>
        <p:blipFill>
          <a:blip r:embed="rId2"/>
          <a:stretch/>
        </p:blipFill>
        <p:spPr>
          <a:xfrm>
            <a:off x="6400800" y="2286000"/>
            <a:ext cx="3428640" cy="213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Baseline results - DT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38" name=""/>
          <p:cNvPicPr/>
          <p:nvPr/>
        </p:nvPicPr>
        <p:blipFill>
          <a:blip r:embed="rId1"/>
          <a:stretch/>
        </p:blipFill>
        <p:spPr>
          <a:xfrm>
            <a:off x="228600" y="1741320"/>
            <a:ext cx="3490200" cy="328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9" name=""/>
          <p:cNvPicPr/>
          <p:nvPr/>
        </p:nvPicPr>
        <p:blipFill>
          <a:blip r:embed="rId2"/>
          <a:stretch/>
        </p:blipFill>
        <p:spPr>
          <a:xfrm>
            <a:off x="6400800" y="2205360"/>
            <a:ext cx="3428640" cy="213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468000" y="144000"/>
            <a:ext cx="9071640" cy="75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DT - Visualized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41" name=""/>
          <p:cNvPicPr/>
          <p:nvPr/>
        </p:nvPicPr>
        <p:blipFill>
          <a:blip r:embed="rId1"/>
          <a:stretch/>
        </p:blipFill>
        <p:spPr>
          <a:xfrm>
            <a:off x="425160" y="914400"/>
            <a:ext cx="9175680" cy="414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Baseline results - RF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43" name=""/>
          <p:cNvPicPr/>
          <p:nvPr/>
        </p:nvPicPr>
        <p:blipFill>
          <a:blip r:embed="rId1"/>
          <a:stretch/>
        </p:blipFill>
        <p:spPr>
          <a:xfrm>
            <a:off x="100440" y="1638000"/>
            <a:ext cx="3556800" cy="339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4" name=""/>
          <p:cNvPicPr/>
          <p:nvPr/>
        </p:nvPicPr>
        <p:blipFill>
          <a:blip r:embed="rId2"/>
          <a:stretch/>
        </p:blipFill>
        <p:spPr>
          <a:xfrm>
            <a:off x="6400800" y="2286000"/>
            <a:ext cx="3428640" cy="213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Baseline results - MLP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46" name=""/>
          <p:cNvPicPr/>
          <p:nvPr/>
        </p:nvPicPr>
        <p:blipFill>
          <a:blip r:embed="rId1"/>
          <a:stretch/>
        </p:blipFill>
        <p:spPr>
          <a:xfrm>
            <a:off x="268560" y="1600200"/>
            <a:ext cx="3388680" cy="320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7" name=""/>
          <p:cNvPicPr/>
          <p:nvPr/>
        </p:nvPicPr>
        <p:blipFill>
          <a:blip r:embed="rId2"/>
          <a:stretch/>
        </p:blipFill>
        <p:spPr>
          <a:xfrm>
            <a:off x="6400800" y="2177640"/>
            <a:ext cx="3428640" cy="216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"/>
          <p:cNvGrpSpPr/>
          <p:nvPr/>
        </p:nvGrpSpPr>
        <p:grpSpPr>
          <a:xfrm>
            <a:off x="914400" y="2103120"/>
            <a:ext cx="1462680" cy="1462680"/>
            <a:chOff x="914400" y="2103120"/>
            <a:chExt cx="1462680" cy="1462680"/>
          </a:xfrm>
        </p:grpSpPr>
        <p:sp>
          <p:nvSpPr>
            <p:cNvPr id="449" name=""/>
            <p:cNvSpPr/>
            <p:nvPr/>
          </p:nvSpPr>
          <p:spPr>
            <a:xfrm>
              <a:off x="914400" y="2103120"/>
              <a:ext cx="1462680" cy="1462680"/>
            </a:xfrm>
            <a:prstGeom prst="ellipse">
              <a:avLst/>
            </a:prstGeom>
            <a:solidFill>
              <a:srgbClr val="B8DBD9"/>
            </a:solidFill>
            <a:ln w="0">
              <a:noFill/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50" name=""/>
            <p:cNvGrpSpPr/>
            <p:nvPr/>
          </p:nvGrpSpPr>
          <p:grpSpPr>
            <a:xfrm>
              <a:off x="1242720" y="2505960"/>
              <a:ext cx="804240" cy="621360"/>
              <a:chOff x="1242720" y="2505960"/>
              <a:chExt cx="804240" cy="621360"/>
            </a:xfrm>
          </p:grpSpPr>
          <p:sp>
            <p:nvSpPr>
              <p:cNvPr id="451" name=""/>
              <p:cNvSpPr/>
              <p:nvPr/>
            </p:nvSpPr>
            <p:spPr>
              <a:xfrm>
                <a:off x="1242720" y="2686320"/>
                <a:ext cx="804240" cy="441000"/>
              </a:xfrm>
              <a:custGeom>
                <a:avLst/>
                <a:gdLst>
                  <a:gd name="textAreaLeft" fmla="*/ 0 w 804240"/>
                  <a:gd name="textAreaRight" fmla="*/ 804600 w 804240"/>
                  <a:gd name="textAreaTop" fmla="*/ 0 h 441000"/>
                  <a:gd name="textAreaBottom" fmla="*/ 441360 h 441000"/>
                </a:gdLst>
                <a:ahLst/>
                <a:cxnLst/>
                <a:rect l="textAreaLeft" t="textAreaTop" r="textAreaRight" b="textAreaBottom"/>
                <a:pathLst>
                  <a:path w="2235" h="1226">
                    <a:moveTo>
                      <a:pt x="2034" y="0"/>
                    </a:moveTo>
                    <a:cubicBezTo>
                      <a:pt x="1884" y="0"/>
                      <a:pt x="1803" y="147"/>
                      <a:pt x="1837" y="259"/>
                    </a:cubicBezTo>
                    <a:lnTo>
                      <a:pt x="1475" y="623"/>
                    </a:lnTo>
                    <a:cubicBezTo>
                      <a:pt x="1444" y="611"/>
                      <a:pt x="1397" y="611"/>
                      <a:pt x="1366" y="623"/>
                    </a:cubicBezTo>
                    <a:lnTo>
                      <a:pt x="1112" y="360"/>
                    </a:lnTo>
                    <a:cubicBezTo>
                      <a:pt x="1146" y="251"/>
                      <a:pt x="1065" y="104"/>
                      <a:pt x="915" y="104"/>
                    </a:cubicBezTo>
                    <a:cubicBezTo>
                      <a:pt x="768" y="104"/>
                      <a:pt x="683" y="251"/>
                      <a:pt x="718" y="360"/>
                    </a:cubicBezTo>
                    <a:lnTo>
                      <a:pt x="255" y="824"/>
                    </a:lnTo>
                    <a:cubicBezTo>
                      <a:pt x="147" y="793"/>
                      <a:pt x="0" y="874"/>
                      <a:pt x="0" y="1021"/>
                    </a:cubicBezTo>
                    <a:cubicBezTo>
                      <a:pt x="0" y="1133"/>
                      <a:pt x="89" y="1226"/>
                      <a:pt x="201" y="1226"/>
                    </a:cubicBezTo>
                    <a:cubicBezTo>
                      <a:pt x="351" y="1226"/>
                      <a:pt x="432" y="1079"/>
                      <a:pt x="398" y="971"/>
                    </a:cubicBezTo>
                    <a:lnTo>
                      <a:pt x="861" y="507"/>
                    </a:lnTo>
                    <a:cubicBezTo>
                      <a:pt x="892" y="514"/>
                      <a:pt x="938" y="514"/>
                      <a:pt x="969" y="507"/>
                    </a:cubicBezTo>
                    <a:lnTo>
                      <a:pt x="1228" y="766"/>
                    </a:lnTo>
                    <a:cubicBezTo>
                      <a:pt x="1193" y="874"/>
                      <a:pt x="1274" y="1021"/>
                      <a:pt x="1421" y="1021"/>
                    </a:cubicBezTo>
                    <a:cubicBezTo>
                      <a:pt x="1567" y="1021"/>
                      <a:pt x="1652" y="874"/>
                      <a:pt x="1617" y="766"/>
                    </a:cubicBezTo>
                    <a:lnTo>
                      <a:pt x="1980" y="402"/>
                    </a:lnTo>
                    <a:cubicBezTo>
                      <a:pt x="2088" y="437"/>
                      <a:pt x="2235" y="352"/>
                      <a:pt x="2235" y="205"/>
                    </a:cubicBezTo>
                    <a:cubicBezTo>
                      <a:pt x="2235" y="93"/>
                      <a:pt x="2146" y="0"/>
                      <a:pt x="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2" name=""/>
              <p:cNvSpPr/>
              <p:nvPr/>
            </p:nvSpPr>
            <p:spPr>
              <a:xfrm>
                <a:off x="1645920" y="2505960"/>
                <a:ext cx="216000" cy="216000"/>
              </a:xfrm>
              <a:custGeom>
                <a:avLst/>
                <a:gdLst>
                  <a:gd name="textAreaLeft" fmla="*/ 0 w 216000"/>
                  <a:gd name="textAreaRight" fmla="*/ 216360 w 216000"/>
                  <a:gd name="textAreaTop" fmla="*/ 0 h 216000"/>
                  <a:gd name="textAreaBottom" fmla="*/ 216360 h 216000"/>
                </a:gdLst>
                <a:ahLst/>
                <a:cxnLst/>
                <a:rect l="textAreaLeft" t="textAreaTop" r="textAreaRight" b="textAreaBottom"/>
                <a:pathLst>
                  <a:path w="601" h="601">
                    <a:moveTo>
                      <a:pt x="301" y="601"/>
                    </a:moveTo>
                    <a:lnTo>
                      <a:pt x="396" y="396"/>
                    </a:lnTo>
                    <a:lnTo>
                      <a:pt x="601" y="304"/>
                    </a:lnTo>
                    <a:lnTo>
                      <a:pt x="396" y="209"/>
                    </a:lnTo>
                    <a:lnTo>
                      <a:pt x="301" y="0"/>
                    </a:lnTo>
                    <a:lnTo>
                      <a:pt x="209" y="209"/>
                    </a:lnTo>
                    <a:lnTo>
                      <a:pt x="0" y="304"/>
                    </a:lnTo>
                    <a:lnTo>
                      <a:pt x="209" y="396"/>
                    </a:lnTo>
                    <a:lnTo>
                      <a:pt x="301" y="60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3" name=""/>
              <p:cNvSpPr/>
              <p:nvPr/>
            </p:nvSpPr>
            <p:spPr>
              <a:xfrm>
                <a:off x="1242720" y="2615760"/>
                <a:ext cx="180000" cy="180000"/>
              </a:xfrm>
              <a:custGeom>
                <a:avLst/>
                <a:gdLst>
                  <a:gd name="textAreaLeft" fmla="*/ 0 w 180000"/>
                  <a:gd name="textAreaRight" fmla="*/ 180360 w 180000"/>
                  <a:gd name="textAreaTop" fmla="*/ 0 h 180000"/>
                  <a:gd name="textAreaBottom" fmla="*/ 180360 h 180000"/>
                </a:gdLst>
                <a:ahLst/>
                <a:cxnLst/>
                <a:rect l="textAreaLeft" t="textAreaTop" r="textAreaRight" b="textAreaBottom"/>
                <a:pathLst>
                  <a:path w="501" h="501">
                    <a:moveTo>
                      <a:pt x="251" y="501"/>
                    </a:moveTo>
                    <a:lnTo>
                      <a:pt x="300" y="300"/>
                    </a:lnTo>
                    <a:lnTo>
                      <a:pt x="501" y="251"/>
                    </a:lnTo>
                    <a:lnTo>
                      <a:pt x="300" y="197"/>
                    </a:lnTo>
                    <a:lnTo>
                      <a:pt x="251" y="0"/>
                    </a:lnTo>
                    <a:lnTo>
                      <a:pt x="197" y="197"/>
                    </a:lnTo>
                    <a:lnTo>
                      <a:pt x="0" y="251"/>
                    </a:lnTo>
                    <a:lnTo>
                      <a:pt x="197" y="300"/>
                    </a:lnTo>
                    <a:lnTo>
                      <a:pt x="251" y="50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54" name=""/>
          <p:cNvGrpSpPr/>
          <p:nvPr/>
        </p:nvGrpSpPr>
        <p:grpSpPr>
          <a:xfrm>
            <a:off x="4297680" y="2103120"/>
            <a:ext cx="1462680" cy="1462680"/>
            <a:chOff x="4297680" y="2103120"/>
            <a:chExt cx="1462680" cy="1462680"/>
          </a:xfrm>
        </p:grpSpPr>
        <p:sp>
          <p:nvSpPr>
            <p:cNvPr id="455" name=""/>
            <p:cNvSpPr/>
            <p:nvPr/>
          </p:nvSpPr>
          <p:spPr>
            <a:xfrm>
              <a:off x="4297680" y="2103120"/>
              <a:ext cx="1462680" cy="1462680"/>
            </a:xfrm>
            <a:prstGeom prst="ellipse">
              <a:avLst/>
            </a:prstGeom>
            <a:solidFill>
              <a:srgbClr val="586F7C"/>
            </a:solidFill>
            <a:ln w="0">
              <a:noFill/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56" name=""/>
            <p:cNvGrpSpPr/>
            <p:nvPr/>
          </p:nvGrpSpPr>
          <p:grpSpPr>
            <a:xfrm>
              <a:off x="4737600" y="2450160"/>
              <a:ext cx="588600" cy="761040"/>
              <a:chOff x="4737600" y="2450160"/>
              <a:chExt cx="588600" cy="761040"/>
            </a:xfrm>
          </p:grpSpPr>
          <p:sp>
            <p:nvSpPr>
              <p:cNvPr id="457" name=""/>
              <p:cNvSpPr/>
              <p:nvPr/>
            </p:nvSpPr>
            <p:spPr>
              <a:xfrm>
                <a:off x="4737600" y="2450160"/>
                <a:ext cx="434880" cy="511920"/>
              </a:xfrm>
              <a:custGeom>
                <a:avLst/>
                <a:gdLst>
                  <a:gd name="textAreaLeft" fmla="*/ 0 w 434880"/>
                  <a:gd name="textAreaRight" fmla="*/ 435240 w 434880"/>
                  <a:gd name="textAreaTop" fmla="*/ 0 h 511920"/>
                  <a:gd name="textAreaBottom" fmla="*/ 512280 h 511920"/>
                </a:gdLst>
                <a:ahLst/>
                <a:cxnLst/>
                <a:rect l="textAreaLeft" t="textAreaTop" r="textAreaRight" b="textAreaBottom"/>
                <a:pathLst>
                  <a:path w="1209" h="1423">
                    <a:moveTo>
                      <a:pt x="821" y="439"/>
                    </a:moveTo>
                    <a:lnTo>
                      <a:pt x="821" y="622"/>
                    </a:lnTo>
                    <a:cubicBezTo>
                      <a:pt x="821" y="669"/>
                      <a:pt x="875" y="693"/>
                      <a:pt x="906" y="657"/>
                    </a:cubicBezTo>
                    <a:lnTo>
                      <a:pt x="1194" y="369"/>
                    </a:lnTo>
                    <a:cubicBezTo>
                      <a:pt x="1214" y="354"/>
                      <a:pt x="1214" y="322"/>
                      <a:pt x="1194" y="303"/>
                    </a:cubicBezTo>
                    <a:lnTo>
                      <a:pt x="906" y="15"/>
                    </a:lnTo>
                    <a:cubicBezTo>
                      <a:pt x="875" y="-17"/>
                      <a:pt x="821" y="7"/>
                      <a:pt x="821" y="54"/>
                    </a:cubicBezTo>
                    <a:lnTo>
                      <a:pt x="821" y="237"/>
                    </a:lnTo>
                    <a:cubicBezTo>
                      <a:pt x="366" y="237"/>
                      <a:pt x="0" y="599"/>
                      <a:pt x="0" y="1055"/>
                    </a:cubicBezTo>
                    <a:cubicBezTo>
                      <a:pt x="0" y="1160"/>
                      <a:pt x="19" y="1265"/>
                      <a:pt x="58" y="1359"/>
                    </a:cubicBezTo>
                    <a:cubicBezTo>
                      <a:pt x="86" y="1429"/>
                      <a:pt x="175" y="1444"/>
                      <a:pt x="226" y="1394"/>
                    </a:cubicBezTo>
                    <a:cubicBezTo>
                      <a:pt x="253" y="1367"/>
                      <a:pt x="265" y="1324"/>
                      <a:pt x="249" y="1285"/>
                    </a:cubicBezTo>
                    <a:cubicBezTo>
                      <a:pt x="222" y="1215"/>
                      <a:pt x="206" y="1137"/>
                      <a:pt x="206" y="1055"/>
                    </a:cubicBezTo>
                    <a:cubicBezTo>
                      <a:pt x="206" y="716"/>
                      <a:pt x="482" y="439"/>
                      <a:pt x="821" y="43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8" name=""/>
              <p:cNvSpPr/>
              <p:nvPr/>
            </p:nvSpPr>
            <p:spPr>
              <a:xfrm>
                <a:off x="4892760" y="2699280"/>
                <a:ext cx="433440" cy="511920"/>
              </a:xfrm>
              <a:custGeom>
                <a:avLst/>
                <a:gdLst>
                  <a:gd name="textAreaLeft" fmla="*/ 0 w 433440"/>
                  <a:gd name="textAreaRight" fmla="*/ 433800 w 433440"/>
                  <a:gd name="textAreaTop" fmla="*/ 0 h 511920"/>
                  <a:gd name="textAreaBottom" fmla="*/ 512280 h 511920"/>
                </a:gdLst>
                <a:ahLst/>
                <a:cxnLst/>
                <a:rect l="textAreaLeft" t="textAreaTop" r="textAreaRight" b="textAreaBottom"/>
                <a:pathLst>
                  <a:path w="1205" h="1423">
                    <a:moveTo>
                      <a:pt x="979" y="29"/>
                    </a:moveTo>
                    <a:cubicBezTo>
                      <a:pt x="952" y="56"/>
                      <a:pt x="940" y="99"/>
                      <a:pt x="956" y="138"/>
                    </a:cubicBezTo>
                    <a:cubicBezTo>
                      <a:pt x="983" y="208"/>
                      <a:pt x="999" y="286"/>
                      <a:pt x="999" y="364"/>
                    </a:cubicBezTo>
                    <a:cubicBezTo>
                      <a:pt x="999" y="703"/>
                      <a:pt x="723" y="980"/>
                      <a:pt x="388" y="980"/>
                    </a:cubicBezTo>
                    <a:lnTo>
                      <a:pt x="388" y="797"/>
                    </a:lnTo>
                    <a:cubicBezTo>
                      <a:pt x="388" y="750"/>
                      <a:pt x="334" y="727"/>
                      <a:pt x="302" y="762"/>
                    </a:cubicBezTo>
                    <a:lnTo>
                      <a:pt x="15" y="1050"/>
                    </a:lnTo>
                    <a:cubicBezTo>
                      <a:pt x="-5" y="1069"/>
                      <a:pt x="-5" y="1101"/>
                      <a:pt x="15" y="1120"/>
                    </a:cubicBezTo>
                    <a:lnTo>
                      <a:pt x="302" y="1408"/>
                    </a:lnTo>
                    <a:cubicBezTo>
                      <a:pt x="334" y="1440"/>
                      <a:pt x="388" y="1416"/>
                      <a:pt x="388" y="1373"/>
                    </a:cubicBezTo>
                    <a:lnTo>
                      <a:pt x="388" y="1186"/>
                    </a:lnTo>
                    <a:cubicBezTo>
                      <a:pt x="839" y="1186"/>
                      <a:pt x="1205" y="820"/>
                      <a:pt x="1205" y="364"/>
                    </a:cubicBezTo>
                    <a:cubicBezTo>
                      <a:pt x="1205" y="263"/>
                      <a:pt x="1186" y="158"/>
                      <a:pt x="1147" y="64"/>
                    </a:cubicBezTo>
                    <a:cubicBezTo>
                      <a:pt x="1119" y="-6"/>
                      <a:pt x="1030" y="-21"/>
                      <a:pt x="979" y="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59" name=""/>
          <p:cNvGrpSpPr/>
          <p:nvPr/>
        </p:nvGrpSpPr>
        <p:grpSpPr>
          <a:xfrm>
            <a:off x="7570080" y="2103120"/>
            <a:ext cx="1462680" cy="1462680"/>
            <a:chOff x="7570080" y="2103120"/>
            <a:chExt cx="1462680" cy="1462680"/>
          </a:xfrm>
        </p:grpSpPr>
        <p:sp>
          <p:nvSpPr>
            <p:cNvPr id="460" name=""/>
            <p:cNvSpPr/>
            <p:nvPr/>
          </p:nvSpPr>
          <p:spPr>
            <a:xfrm>
              <a:off x="7570080" y="2103120"/>
              <a:ext cx="1462680" cy="1462680"/>
            </a:xfrm>
            <a:prstGeom prst="ellipse">
              <a:avLst/>
            </a:prstGeom>
            <a:solidFill>
              <a:srgbClr val="2F4550"/>
            </a:solidFill>
            <a:ln w="0">
              <a:noFill/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61" name=""/>
            <p:cNvSpPr/>
            <p:nvPr/>
          </p:nvSpPr>
          <p:spPr>
            <a:xfrm>
              <a:off x="7943760" y="2543040"/>
              <a:ext cx="815760" cy="541080"/>
            </a:xfrm>
            <a:custGeom>
              <a:avLst/>
              <a:gdLst>
                <a:gd name="textAreaLeft" fmla="*/ 0 w 815760"/>
                <a:gd name="textAreaRight" fmla="*/ 816120 w 815760"/>
                <a:gd name="textAreaTop" fmla="*/ 0 h 541080"/>
                <a:gd name="textAreaBottom" fmla="*/ 541440 h 541080"/>
              </a:gdLst>
              <a:ahLst/>
              <a:cxnLst/>
              <a:rect l="textAreaLeft" t="textAreaTop" r="textAreaRight" b="textAreaBottom"/>
              <a:pathLst>
                <a:path w="2267" h="1504">
                  <a:moveTo>
                    <a:pt x="1212" y="442"/>
                  </a:moveTo>
                  <a:lnTo>
                    <a:pt x="109" y="442"/>
                  </a:lnTo>
                  <a:cubicBezTo>
                    <a:pt x="50" y="442"/>
                    <a:pt x="0" y="492"/>
                    <a:pt x="0" y="555"/>
                  </a:cubicBezTo>
                  <a:cubicBezTo>
                    <a:pt x="0" y="614"/>
                    <a:pt x="50" y="665"/>
                    <a:pt x="109" y="665"/>
                  </a:cubicBezTo>
                  <a:lnTo>
                    <a:pt x="1212" y="665"/>
                  </a:lnTo>
                  <a:cubicBezTo>
                    <a:pt x="1274" y="665"/>
                    <a:pt x="1325" y="614"/>
                    <a:pt x="1325" y="555"/>
                  </a:cubicBezTo>
                  <a:cubicBezTo>
                    <a:pt x="1325" y="492"/>
                    <a:pt x="1274" y="442"/>
                    <a:pt x="1212" y="442"/>
                  </a:cubicBezTo>
                  <a:moveTo>
                    <a:pt x="1212" y="0"/>
                  </a:moveTo>
                  <a:lnTo>
                    <a:pt x="109" y="0"/>
                  </a:lnTo>
                  <a:cubicBezTo>
                    <a:pt x="50" y="0"/>
                    <a:pt x="0" y="46"/>
                    <a:pt x="0" y="109"/>
                  </a:cubicBezTo>
                  <a:cubicBezTo>
                    <a:pt x="0" y="172"/>
                    <a:pt x="50" y="219"/>
                    <a:pt x="109" y="219"/>
                  </a:cubicBezTo>
                  <a:lnTo>
                    <a:pt x="1212" y="219"/>
                  </a:lnTo>
                  <a:cubicBezTo>
                    <a:pt x="1274" y="219"/>
                    <a:pt x="1325" y="172"/>
                    <a:pt x="1325" y="109"/>
                  </a:cubicBezTo>
                  <a:cubicBezTo>
                    <a:pt x="1325" y="46"/>
                    <a:pt x="1274" y="0"/>
                    <a:pt x="1212" y="0"/>
                  </a:cubicBezTo>
                  <a:moveTo>
                    <a:pt x="109" y="1111"/>
                  </a:moveTo>
                  <a:lnTo>
                    <a:pt x="773" y="1111"/>
                  </a:lnTo>
                  <a:cubicBezTo>
                    <a:pt x="832" y="1111"/>
                    <a:pt x="882" y="1056"/>
                    <a:pt x="882" y="997"/>
                  </a:cubicBezTo>
                  <a:cubicBezTo>
                    <a:pt x="882" y="934"/>
                    <a:pt x="832" y="888"/>
                    <a:pt x="773" y="888"/>
                  </a:cubicBezTo>
                  <a:lnTo>
                    <a:pt x="109" y="888"/>
                  </a:lnTo>
                  <a:cubicBezTo>
                    <a:pt x="50" y="888"/>
                    <a:pt x="0" y="934"/>
                    <a:pt x="0" y="997"/>
                  </a:cubicBezTo>
                  <a:cubicBezTo>
                    <a:pt x="0" y="1056"/>
                    <a:pt x="50" y="1111"/>
                    <a:pt x="109" y="1111"/>
                  </a:cubicBezTo>
                  <a:moveTo>
                    <a:pt x="2236" y="698"/>
                  </a:moveTo>
                  <a:cubicBezTo>
                    <a:pt x="2277" y="740"/>
                    <a:pt x="2277" y="812"/>
                    <a:pt x="2236" y="854"/>
                  </a:cubicBezTo>
                  <a:lnTo>
                    <a:pt x="1621" y="1472"/>
                  </a:lnTo>
                  <a:cubicBezTo>
                    <a:pt x="1575" y="1514"/>
                    <a:pt x="1508" y="1514"/>
                    <a:pt x="1463" y="1472"/>
                  </a:cubicBezTo>
                  <a:lnTo>
                    <a:pt x="1128" y="1132"/>
                  </a:lnTo>
                  <a:cubicBezTo>
                    <a:pt x="1086" y="1090"/>
                    <a:pt x="1086" y="1018"/>
                    <a:pt x="1128" y="976"/>
                  </a:cubicBezTo>
                  <a:lnTo>
                    <a:pt x="1137" y="968"/>
                  </a:lnTo>
                  <a:cubicBezTo>
                    <a:pt x="1178" y="921"/>
                    <a:pt x="1249" y="921"/>
                    <a:pt x="1291" y="968"/>
                  </a:cubicBezTo>
                  <a:lnTo>
                    <a:pt x="1542" y="1220"/>
                  </a:lnTo>
                  <a:lnTo>
                    <a:pt x="2068" y="690"/>
                  </a:lnTo>
                  <a:cubicBezTo>
                    <a:pt x="2110" y="644"/>
                    <a:pt x="2181" y="644"/>
                    <a:pt x="2227" y="690"/>
                  </a:cubicBezTo>
                  <a:lnTo>
                    <a:pt x="2236" y="6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62" name=""/>
          <p:cNvGrpSpPr/>
          <p:nvPr/>
        </p:nvGrpSpPr>
        <p:grpSpPr>
          <a:xfrm>
            <a:off x="4445640" y="1542960"/>
            <a:ext cx="1188360" cy="273960"/>
            <a:chOff x="4445640" y="1542960"/>
            <a:chExt cx="1188360" cy="273960"/>
          </a:xfrm>
        </p:grpSpPr>
        <p:sp>
          <p:nvSpPr>
            <p:cNvPr id="463" name=""/>
            <p:cNvSpPr/>
            <p:nvPr/>
          </p:nvSpPr>
          <p:spPr>
            <a:xfrm>
              <a:off x="4445640" y="1542960"/>
              <a:ext cx="273960" cy="273960"/>
            </a:xfrm>
            <a:prstGeom prst="ellipse">
              <a:avLst/>
            </a:prstGeom>
            <a:solidFill>
              <a:srgbClr val="B8DB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64" name=""/>
            <p:cNvSpPr/>
            <p:nvPr/>
          </p:nvSpPr>
          <p:spPr>
            <a:xfrm>
              <a:off x="4902840" y="1542960"/>
              <a:ext cx="273960" cy="273960"/>
            </a:xfrm>
            <a:prstGeom prst="ellipse">
              <a:avLst/>
            </a:prstGeom>
            <a:solidFill>
              <a:srgbClr val="586F7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65" name=""/>
            <p:cNvSpPr/>
            <p:nvPr/>
          </p:nvSpPr>
          <p:spPr>
            <a:xfrm>
              <a:off x="5360040" y="1542960"/>
              <a:ext cx="273960" cy="273960"/>
            </a:xfrm>
            <a:prstGeom prst="ellipse">
              <a:avLst/>
            </a:prstGeom>
            <a:solidFill>
              <a:srgbClr val="2F45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Model results &amp; further steps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/>
          </p:nvPr>
        </p:nvSpPr>
        <p:spPr>
          <a:xfrm>
            <a:off x="468000" y="3564000"/>
            <a:ext cx="2951640" cy="20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Models built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Baseline picked (LR)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/>
          </p:nvPr>
        </p:nvSpPr>
        <p:spPr>
          <a:xfrm>
            <a:off x="3528000" y="3564000"/>
            <a:ext cx="2951640" cy="20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marL="324000"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Refine for bias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Pre-training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In-processing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Post-training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/>
          </p:nvPr>
        </p:nvSpPr>
        <p:spPr>
          <a:xfrm>
            <a:off x="6588000" y="3564000"/>
            <a:ext cx="2951640" cy="20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Compare and analyze results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LR bias experiments</a:t>
            </a:r>
            <a:endParaRPr lang="en-US" sz="38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71" name=""/>
          <p:cNvPicPr/>
          <p:nvPr/>
        </p:nvPicPr>
        <p:blipFill>
          <a:blip r:embed="rId1"/>
          <a:stretch/>
        </p:blipFill>
        <p:spPr>
          <a:xfrm>
            <a:off x="1465560" y="1800000"/>
            <a:ext cx="7868160" cy="156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PlaceHolder 2"/>
          <p:cNvSpPr>
            <a:spLocks noGrp="1"/>
          </p:cNvSpPr>
          <p:nvPr>
            <p:ph/>
          </p:nvPr>
        </p:nvSpPr>
        <p:spPr>
          <a:xfrm>
            <a:off x="1260000" y="3517560"/>
            <a:ext cx="827964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Baseline – from previous run (comparison only)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Feature engineering – best stable results with minimal modification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Weight changes – several approaches yielding different results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Randomization – on average same results as baseline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"/>
          <p:cNvSpPr/>
          <p:nvPr/>
        </p:nvSpPr>
        <p:spPr>
          <a:xfrm>
            <a:off x="5873400" y="1190520"/>
            <a:ext cx="4093920" cy="4093920"/>
          </a:xfrm>
          <a:custGeom>
            <a:avLst/>
            <a:gdLst>
              <a:gd name="textAreaLeft" fmla="*/ 0 w 4093920"/>
              <a:gd name="textAreaRight" fmla="*/ 4094280 w 4093920"/>
              <a:gd name="textAreaTop" fmla="*/ 0 h 4093920"/>
              <a:gd name="textAreaBottom" fmla="*/ 4094280 h 4093920"/>
            </a:gdLst>
            <a:ahLst/>
            <a:cxnLst/>
            <a:rect l="textAreaLeft" t="textAreaTop" r="textAreaRight" b="textAreaBottom"/>
            <a:pathLst>
              <a:path w="11373" h="11373">
                <a:moveTo>
                  <a:pt x="0" y="5726"/>
                </a:moveTo>
                <a:lnTo>
                  <a:pt x="5646" y="0"/>
                </a:lnTo>
                <a:lnTo>
                  <a:pt x="11373" y="5648"/>
                </a:lnTo>
                <a:lnTo>
                  <a:pt x="5727" y="11373"/>
                </a:lnTo>
                <a:lnTo>
                  <a:pt x="5725" y="11373"/>
                </a:lnTo>
                <a:lnTo>
                  <a:pt x="0" y="5728"/>
                </a:lnTo>
                <a:lnTo>
                  <a:pt x="0" y="5726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Results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evaluating and correcting the dataset manually according to a provided guideline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performing a thorough EDA on the dataset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building multiple scoring models and evaluating them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implementing multiple bias-correcting strategies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2026-07-04T09:07:25Z</dcterms:created>
  <dc:creator/>
  <dc:description>
               Grey Elegant - LibreOffice Impress Template
                    by Ahmad Bayhaqi Saputra
This template is made as an answer to Indonesian LibreOffice Community and
Gimpscape ID's call-to-arms to contribute to the 10th anniversary of
LibreOffice celebration.
Content Material :
- icons,
  This template used icons from https://material.io and https://icons8.com/icons
- illustrations,
  This template used illustrations sourced at https://icons8.com/illustrations
- Photos,
  This template used photos sourced at https://unsplash.com
Credits:
This work is licensed under the Creative Commons Attribution-ShareAlike 4.0
International License by Ahmad Bayhaqi Saputra &lt;bayhaqisptr04@gmail.com&gt;.
To view a copy of this license, visit https://creativecommons.org/licenses/by-sa/4.0/legalcode
or send a letter to Creative Commons, PO Box 1866, Mountain View, CA 94042, USA.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en-US</dc:language>
  <cp:lastModifiedBy/>
  <dcterms:modified xsi:type="dcterms:W3CDTF">2026-07-04T10:14:42Z</dcterms:modified>
  <cp:revision>40</cp:revision>
  <dc:subject/>
  <dc:title>Grey Elegant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